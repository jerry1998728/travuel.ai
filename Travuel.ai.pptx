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Michroma"/>
      <p:regular r:id="rId23"/>
    </p:embeddedFont>
    <p:embeddedFont>
      <p:font typeface="Archiv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8" roundtripDataSignature="AMtx7mg2BMuQgftPV6VRCgO6sH6/KKLG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805DA56-8CB6-4F6B-895C-8373C37DD45C}">
  <a:tblStyle styleId="{1805DA56-8CB6-4F6B-895C-8373C37DD45C}" styleName="Table_0">
    <a:wholeTbl>
      <a:tcTxStyle>
        <a:font>
          <a:latin typeface="Arial"/>
          <a:ea typeface="Arial"/>
          <a:cs typeface="Arial"/>
        </a:font>
        <a:srgbClr val="000000"/>
      </a:tcTxStyle>
      <a:tcStyle>
        <a:tcBdr>
          <a:left>
            <a:ln cap="flat" cmpd="sng">
              <a:solidFill>
                <a:srgbClr val="808080"/>
              </a:solidFill>
              <a:prstDash val="solid"/>
              <a:round/>
              <a:headEnd len="sm" w="sm" type="none"/>
              <a:tailEnd len="sm" w="sm" type="none"/>
            </a:ln>
          </a:left>
          <a:right>
            <a:ln cap="flat" cmpd="sng">
              <a:solidFill>
                <a:srgbClr val="808080"/>
              </a:solidFill>
              <a:prstDash val="solid"/>
              <a:round/>
              <a:headEnd len="sm" w="sm" type="none"/>
              <a:tailEnd len="sm" w="sm" type="none"/>
            </a:ln>
          </a:right>
          <a:top>
            <a:ln cap="flat" cmpd="sng">
              <a:solidFill>
                <a:srgbClr val="808080"/>
              </a:solidFill>
              <a:prstDash val="solid"/>
              <a:round/>
              <a:headEnd len="sm" w="sm" type="none"/>
              <a:tailEnd len="sm" w="sm" type="none"/>
            </a:ln>
          </a:top>
          <a:bottom>
            <a:ln cap="flat" cmpd="sng">
              <a:solidFill>
                <a:srgbClr val="808080"/>
              </a:solidFill>
              <a:prstDash val="solid"/>
              <a:round/>
              <a:headEnd len="sm" w="sm" type="none"/>
              <a:tailEnd len="sm" w="sm" type="none"/>
            </a:ln>
          </a:bottom>
          <a:insideH>
            <a:ln cap="flat" cmpd="sng">
              <a:solidFill>
                <a:srgbClr val="808080"/>
              </a:solidFill>
              <a:prstDash val="solid"/>
              <a:round/>
              <a:headEnd len="sm" w="sm" type="none"/>
              <a:tailEnd len="sm" w="sm" type="none"/>
            </a:ln>
          </a:insideH>
          <a:insideV>
            <a:ln cap="flat" cmpd="sng">
              <a:solidFill>
                <a:srgbClr val="80808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Archivo-regular.fntdata"/><Relationship Id="rId23" Type="http://schemas.openxmlformats.org/officeDocument/2006/relationships/font" Target="fonts/Michroma-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Archivo-italic.fntdata"/><Relationship Id="rId25" Type="http://schemas.openxmlformats.org/officeDocument/2006/relationships/font" Target="fonts/Archivo-bold.fntdata"/><Relationship Id="rId28" Type="http://customschemas.google.com/relationships/presentationmetadata" Target="metadata"/><Relationship Id="rId27" Type="http://schemas.openxmlformats.org/officeDocument/2006/relationships/font" Target="fonts/Archiv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 name="Google Shape;34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1" name="Google Shape;38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3" name="Google Shape;39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5" name="Google Shape;40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2f57c5427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8" name="Google Shape;418;g32f57c5427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301f1464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301f1464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301f14642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301f14642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2d621a8f7c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3" name="Google Shape;443;g32d621a8f7c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2d621a8f7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5" name="Google Shape;455;g32d621a8f7c_0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2d621a8f7c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2d621a8f7c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2d621a8f7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2d621a8f7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Times"/>
                <a:ea typeface="Times"/>
                <a:cs typeface="Times"/>
                <a:sym typeface="Times"/>
              </a:rPr>
              <a:t>This is an AI-powered travel planner that simplifies multi-stop trip planning. It implement </a:t>
            </a:r>
            <a:r>
              <a:rPr lang="en" sz="1200">
                <a:solidFill>
                  <a:schemeClr val="dk1"/>
                </a:solidFill>
                <a:latin typeface="Times"/>
                <a:ea typeface="Times"/>
                <a:cs typeface="Times"/>
                <a:sym typeface="Times"/>
              </a:rPr>
              <a:t>Google Maps API to fetch real-time travel times for up to date routes. By utilizing advanced algorithms Dijkstra and TSP to find the most efficient order of stops in multi stop routes. </a:t>
            </a:r>
            <a:endParaRPr sz="1200">
              <a:solidFill>
                <a:schemeClr val="dk1"/>
              </a:solidFill>
              <a:latin typeface="Times"/>
              <a:ea typeface="Times"/>
              <a:cs typeface="Times"/>
              <a:sym typeface="Times"/>
            </a:endParaRPr>
          </a:p>
          <a:p>
            <a:pPr indent="0" lvl="0" marL="0" rtl="0" algn="l">
              <a:spcBef>
                <a:spcPts val="0"/>
              </a:spcBef>
              <a:spcAft>
                <a:spcPts val="0"/>
              </a:spcAft>
              <a:buNone/>
            </a:pPr>
            <a:r>
              <a:t/>
            </a:r>
            <a:endParaRPr sz="1200">
              <a:solidFill>
                <a:schemeClr val="dk1"/>
              </a:solidFill>
              <a:latin typeface="Times"/>
              <a:ea typeface="Times"/>
              <a:cs typeface="Times"/>
              <a:sym typeface="Times"/>
            </a:endParaRPr>
          </a:p>
          <a:p>
            <a:pPr indent="0" lvl="0" marL="0" rtl="0" algn="l">
              <a:spcBef>
                <a:spcPts val="0"/>
              </a:spcBef>
              <a:spcAft>
                <a:spcPts val="0"/>
              </a:spcAft>
              <a:buNone/>
            </a:pPr>
            <a:r>
              <a:rPr lang="en" sz="1200">
                <a:solidFill>
                  <a:schemeClr val="dk1"/>
                </a:solidFill>
                <a:latin typeface="Times"/>
                <a:ea typeface="Times"/>
                <a:cs typeface="Times"/>
                <a:sym typeface="Times"/>
              </a:rPr>
              <a:t>Then, an interactive visualization will show with markers for each stop. On the top, users can select their transportation mode, as shown on the picture here. By choosing different transportation method, different real-time travel times will be displayed along the routes. </a:t>
            </a:r>
            <a:endParaRPr sz="1200">
              <a:solidFill>
                <a:schemeClr val="dk1"/>
              </a:solidFill>
              <a:latin typeface="Times"/>
              <a:ea typeface="Times"/>
              <a:cs typeface="Times"/>
              <a:sym typeface="Times"/>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Dijkstra: an algorithm for finding the shortest paths between nodes in a weighted graph</a:t>
            </a:r>
            <a:endParaRPr/>
          </a:p>
          <a:p>
            <a:pPr indent="0" lvl="0" marL="0" rtl="0" algn="l">
              <a:spcBef>
                <a:spcPts val="0"/>
              </a:spcBef>
              <a:spcAft>
                <a:spcPts val="0"/>
              </a:spcAft>
              <a:buNone/>
            </a:pPr>
            <a:r>
              <a:rPr lang="en"/>
              <a:t>TSP: finds the best way to visit multiple locations while minimizing travel distance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2d621a8f7c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2d621a8f7c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4" name="Google Shape;49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2d621a8f7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5" name="Google Shape;505;g32d621a8f7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7" name="Google Shape;51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9.png"/><Relationship Id="rId4" Type="http://schemas.openxmlformats.org/officeDocument/2006/relationships/image" Target="../media/image1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2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1.png"/><Relationship Id="rId4" Type="http://schemas.openxmlformats.org/officeDocument/2006/relationships/image" Target="../media/image1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3.png"/><Relationship Id="rId4"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11.png"/><Relationship Id="rId8" Type="http://schemas.openxmlformats.org/officeDocument/2006/relationships/image" Target="../media/image1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1.png"/><Relationship Id="rId4" Type="http://schemas.openxmlformats.org/officeDocument/2006/relationships/image" Target="../media/image1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png"/><Relationship Id="rId9" Type="http://schemas.openxmlformats.org/officeDocument/2006/relationships/image" Target="../media/image9.png"/><Relationship Id="rId5" Type="http://schemas.openxmlformats.org/officeDocument/2006/relationships/image" Target="../media/image7.png"/><Relationship Id="rId6" Type="http://schemas.openxmlformats.org/officeDocument/2006/relationships/image" Target="../media/image23.png"/><Relationship Id="rId7" Type="http://schemas.openxmlformats.org/officeDocument/2006/relationships/image" Target="../media/image14.png"/><Relationship Id="rId8"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0.png"/><Relationship Id="rId4" Type="http://schemas.openxmlformats.org/officeDocument/2006/relationships/image" Target="../media/image11.png"/><Relationship Id="rId10" Type="http://schemas.openxmlformats.org/officeDocument/2006/relationships/image" Target="../media/image7.png"/><Relationship Id="rId9" Type="http://schemas.openxmlformats.org/officeDocument/2006/relationships/image" Target="../media/image23.png"/><Relationship Id="rId5" Type="http://schemas.openxmlformats.org/officeDocument/2006/relationships/image" Target="../media/image12.png"/><Relationship Id="rId6" Type="http://schemas.openxmlformats.org/officeDocument/2006/relationships/image" Target="../media/image9.png"/><Relationship Id="rId7" Type="http://schemas.openxmlformats.org/officeDocument/2006/relationships/image" Target="../media/image4.png"/><Relationship Id="rId8"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5"/>
          <p:cNvGrpSpPr/>
          <p:nvPr/>
        </p:nvGrpSpPr>
        <p:grpSpPr>
          <a:xfrm>
            <a:off x="-285375" y="-451500"/>
            <a:ext cx="9004555" cy="5949225"/>
            <a:chOff x="-285375" y="-451500"/>
            <a:chExt cx="9004555" cy="5949225"/>
          </a:xfrm>
        </p:grpSpPr>
        <p:pic>
          <p:nvPicPr>
            <p:cNvPr id="10" name="Google Shape;10;p25"/>
            <p:cNvPicPr preferRelativeResize="0"/>
            <p:nvPr/>
          </p:nvPicPr>
          <p:blipFill rotWithShape="1">
            <a:blip r:embed="rId2">
              <a:alphaModFix/>
            </a:blip>
            <a:srcRect b="0" l="0" r="0" t="0"/>
            <a:stretch/>
          </p:blipFill>
          <p:spPr>
            <a:xfrm>
              <a:off x="7068185" y="262142"/>
              <a:ext cx="821257" cy="821268"/>
            </a:xfrm>
            <a:prstGeom prst="rect">
              <a:avLst/>
            </a:prstGeom>
            <a:noFill/>
            <a:ln>
              <a:noFill/>
            </a:ln>
          </p:spPr>
        </p:pic>
        <p:pic>
          <p:nvPicPr>
            <p:cNvPr id="11" name="Google Shape;11;p25"/>
            <p:cNvPicPr preferRelativeResize="0"/>
            <p:nvPr/>
          </p:nvPicPr>
          <p:blipFill rotWithShape="1">
            <a:blip r:embed="rId3">
              <a:alphaModFix/>
            </a:blip>
            <a:srcRect b="0" l="0" r="0" t="0"/>
            <a:stretch/>
          </p:blipFill>
          <p:spPr>
            <a:xfrm>
              <a:off x="7483930" y="-451500"/>
              <a:ext cx="1235250" cy="1235275"/>
            </a:xfrm>
            <a:prstGeom prst="rect">
              <a:avLst/>
            </a:prstGeom>
            <a:noFill/>
            <a:ln>
              <a:noFill/>
            </a:ln>
          </p:spPr>
        </p:pic>
        <p:pic>
          <p:nvPicPr>
            <p:cNvPr id="12" name="Google Shape;12;p25"/>
            <p:cNvPicPr preferRelativeResize="0"/>
            <p:nvPr/>
          </p:nvPicPr>
          <p:blipFill rotWithShape="1">
            <a:blip r:embed="rId2">
              <a:alphaModFix/>
            </a:blip>
            <a:srcRect b="0" l="0" r="0" t="0"/>
            <a:stretch/>
          </p:blipFill>
          <p:spPr>
            <a:xfrm>
              <a:off x="-285375" y="4061637"/>
              <a:ext cx="1436055" cy="1436088"/>
            </a:xfrm>
            <a:prstGeom prst="rect">
              <a:avLst/>
            </a:prstGeom>
            <a:noFill/>
            <a:ln>
              <a:noFill/>
            </a:ln>
          </p:spPr>
        </p:pic>
      </p:grpSp>
      <p:grpSp>
        <p:nvGrpSpPr>
          <p:cNvPr id="13" name="Google Shape;13;p25"/>
          <p:cNvGrpSpPr/>
          <p:nvPr/>
        </p:nvGrpSpPr>
        <p:grpSpPr>
          <a:xfrm>
            <a:off x="-205542" y="-200399"/>
            <a:ext cx="1710633" cy="5072262"/>
            <a:chOff x="-205542" y="-200399"/>
            <a:chExt cx="1710633" cy="5072262"/>
          </a:xfrm>
        </p:grpSpPr>
        <p:grpSp>
          <p:nvGrpSpPr>
            <p:cNvPr id="14" name="Google Shape;14;p25"/>
            <p:cNvGrpSpPr/>
            <p:nvPr/>
          </p:nvGrpSpPr>
          <p:grpSpPr>
            <a:xfrm>
              <a:off x="-205542" y="-200399"/>
              <a:ext cx="920630" cy="920641"/>
              <a:chOff x="1351185" y="2656117"/>
              <a:chExt cx="821257" cy="821268"/>
            </a:xfrm>
          </p:grpSpPr>
          <p:pic>
            <p:nvPicPr>
              <p:cNvPr id="15" name="Google Shape;15;p25"/>
              <p:cNvPicPr preferRelativeResize="0"/>
              <p:nvPr/>
            </p:nvPicPr>
            <p:blipFill rotWithShape="1">
              <a:blip r:embed="rId2">
                <a:alphaModFix/>
              </a:blip>
              <a:srcRect b="0" l="0" r="0" t="0"/>
              <a:stretch/>
            </p:blipFill>
            <p:spPr>
              <a:xfrm>
                <a:off x="1351185" y="2656117"/>
                <a:ext cx="821257" cy="821268"/>
              </a:xfrm>
              <a:prstGeom prst="rect">
                <a:avLst/>
              </a:prstGeom>
              <a:noFill/>
              <a:ln>
                <a:noFill/>
              </a:ln>
            </p:spPr>
          </p:pic>
          <p:sp>
            <p:nvSpPr>
              <p:cNvPr id="16" name="Google Shape;16;p25"/>
              <p:cNvSpPr/>
              <p:nvPr/>
            </p:nvSpPr>
            <p:spPr>
              <a:xfrm>
                <a:off x="1391231" y="2696191"/>
                <a:ext cx="741000" cy="741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nvGrpSpPr>
            <p:cNvPr id="17" name="Google Shape;17;p25"/>
            <p:cNvGrpSpPr/>
            <p:nvPr/>
          </p:nvGrpSpPr>
          <p:grpSpPr>
            <a:xfrm>
              <a:off x="629302" y="3996063"/>
              <a:ext cx="875789" cy="875800"/>
              <a:chOff x="1351185" y="2656117"/>
              <a:chExt cx="821257" cy="821268"/>
            </a:xfrm>
          </p:grpSpPr>
          <p:pic>
            <p:nvPicPr>
              <p:cNvPr id="18" name="Google Shape;18;p25"/>
              <p:cNvPicPr preferRelativeResize="0"/>
              <p:nvPr/>
            </p:nvPicPr>
            <p:blipFill rotWithShape="1">
              <a:blip r:embed="rId2">
                <a:alphaModFix/>
              </a:blip>
              <a:srcRect b="0" l="0" r="0" t="0"/>
              <a:stretch/>
            </p:blipFill>
            <p:spPr>
              <a:xfrm>
                <a:off x="1351185" y="2656117"/>
                <a:ext cx="821257" cy="821268"/>
              </a:xfrm>
              <a:prstGeom prst="rect">
                <a:avLst/>
              </a:prstGeom>
              <a:noFill/>
              <a:ln>
                <a:noFill/>
              </a:ln>
            </p:spPr>
          </p:pic>
          <p:sp>
            <p:nvSpPr>
              <p:cNvPr id="19" name="Google Shape;19;p25"/>
              <p:cNvSpPr/>
              <p:nvPr/>
            </p:nvSpPr>
            <p:spPr>
              <a:xfrm>
                <a:off x="1386442" y="2691387"/>
                <a:ext cx="750600" cy="750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sp>
        <p:nvSpPr>
          <p:cNvPr id="20" name="Google Shape;20;p25"/>
          <p:cNvSpPr txBox="1"/>
          <p:nvPr>
            <p:ph type="ctrTitle"/>
          </p:nvPr>
        </p:nvSpPr>
        <p:spPr>
          <a:xfrm>
            <a:off x="715100" y="863575"/>
            <a:ext cx="4410000" cy="213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5200"/>
              <a:buNone/>
              <a:defRPr sz="41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21" name="Google Shape;21;p25"/>
          <p:cNvSpPr txBox="1"/>
          <p:nvPr>
            <p:ph idx="1" type="subTitle"/>
          </p:nvPr>
        </p:nvSpPr>
        <p:spPr>
          <a:xfrm>
            <a:off x="715100" y="3001375"/>
            <a:ext cx="4410000" cy="40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22" name="Shape 22"/>
        <p:cNvGrpSpPr/>
        <p:nvPr/>
      </p:nvGrpSpPr>
      <p:grpSpPr>
        <a:xfrm>
          <a:off x="0" y="0"/>
          <a:ext cx="0" cy="0"/>
          <a:chOff x="0" y="0"/>
          <a:chExt cx="0" cy="0"/>
        </a:xfrm>
      </p:grpSpPr>
      <p:pic>
        <p:nvPicPr>
          <p:cNvPr id="23" name="Google Shape;23;p26"/>
          <p:cNvPicPr preferRelativeResize="0"/>
          <p:nvPr/>
        </p:nvPicPr>
        <p:blipFill rotWithShape="1">
          <a:blip r:embed="rId2">
            <a:alphaModFix/>
          </a:blip>
          <a:srcRect b="0" l="0" r="0" t="0"/>
          <a:stretch/>
        </p:blipFill>
        <p:spPr>
          <a:xfrm>
            <a:off x="8560300" y="3989300"/>
            <a:ext cx="980925" cy="980950"/>
          </a:xfrm>
          <a:prstGeom prst="rect">
            <a:avLst/>
          </a:prstGeom>
          <a:noFill/>
          <a:ln>
            <a:noFill/>
          </a:ln>
        </p:spPr>
      </p:pic>
      <p:pic>
        <p:nvPicPr>
          <p:cNvPr id="24" name="Google Shape;24;p26"/>
          <p:cNvPicPr preferRelativeResize="0"/>
          <p:nvPr/>
        </p:nvPicPr>
        <p:blipFill rotWithShape="1">
          <a:blip r:embed="rId3">
            <a:alphaModFix/>
          </a:blip>
          <a:srcRect b="0" l="0" r="0" t="0"/>
          <a:stretch/>
        </p:blipFill>
        <p:spPr>
          <a:xfrm>
            <a:off x="-1219025" y="118750"/>
            <a:ext cx="1856650" cy="1856700"/>
          </a:xfrm>
          <a:prstGeom prst="rect">
            <a:avLst/>
          </a:prstGeom>
          <a:noFill/>
          <a:ln>
            <a:noFill/>
          </a:ln>
        </p:spPr>
      </p:pic>
      <p:grpSp>
        <p:nvGrpSpPr>
          <p:cNvPr id="25" name="Google Shape;25;p26"/>
          <p:cNvGrpSpPr/>
          <p:nvPr/>
        </p:nvGrpSpPr>
        <p:grpSpPr>
          <a:xfrm>
            <a:off x="8488618" y="2482546"/>
            <a:ext cx="1959426" cy="1959448"/>
            <a:chOff x="4109629" y="2630250"/>
            <a:chExt cx="872990" cy="873000"/>
          </a:xfrm>
        </p:grpSpPr>
        <p:pic>
          <p:nvPicPr>
            <p:cNvPr id="26" name="Google Shape;26;p26"/>
            <p:cNvPicPr preferRelativeResize="0"/>
            <p:nvPr/>
          </p:nvPicPr>
          <p:blipFill rotWithShape="1">
            <a:blip r:embed="rId3">
              <a:alphaModFix/>
            </a:blip>
            <a:srcRect b="0" l="0" r="0" t="0"/>
            <a:stretch/>
          </p:blipFill>
          <p:spPr>
            <a:xfrm>
              <a:off x="4109629" y="2630250"/>
              <a:ext cx="872990" cy="873000"/>
            </a:xfrm>
            <a:prstGeom prst="rect">
              <a:avLst/>
            </a:prstGeom>
            <a:noFill/>
            <a:ln>
              <a:noFill/>
            </a:ln>
          </p:spPr>
        </p:pic>
        <p:sp>
          <p:nvSpPr>
            <p:cNvPr id="27" name="Google Shape;27;p26"/>
            <p:cNvSpPr/>
            <p:nvPr/>
          </p:nvSpPr>
          <p:spPr>
            <a:xfrm>
              <a:off x="4128845" y="2649466"/>
              <a:ext cx="834600" cy="834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sp>
        <p:nvSpPr>
          <p:cNvPr id="28" name="Google Shape;28;p2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9" name="Google Shape;29;p26"/>
          <p:cNvSpPr txBox="1"/>
          <p:nvPr>
            <p:ph idx="2" type="title"/>
          </p:nvPr>
        </p:nvSpPr>
        <p:spPr>
          <a:xfrm>
            <a:off x="720000" y="1471925"/>
            <a:ext cx="1364400" cy="447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0" name="Google Shape;30;p26"/>
          <p:cNvSpPr txBox="1"/>
          <p:nvPr>
            <p:ph idx="3" type="title"/>
          </p:nvPr>
        </p:nvSpPr>
        <p:spPr>
          <a:xfrm>
            <a:off x="720000" y="3238474"/>
            <a:ext cx="1364400" cy="447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1" name="Google Shape;31;p26"/>
          <p:cNvSpPr txBox="1"/>
          <p:nvPr>
            <p:ph idx="4" type="title"/>
          </p:nvPr>
        </p:nvSpPr>
        <p:spPr>
          <a:xfrm>
            <a:off x="3419275" y="1471925"/>
            <a:ext cx="1364400" cy="447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2" name="Google Shape;32;p26"/>
          <p:cNvSpPr txBox="1"/>
          <p:nvPr>
            <p:ph idx="5" type="title"/>
          </p:nvPr>
        </p:nvSpPr>
        <p:spPr>
          <a:xfrm>
            <a:off x="3419275" y="3238471"/>
            <a:ext cx="1364400" cy="447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3" name="Google Shape;33;p26"/>
          <p:cNvSpPr txBox="1"/>
          <p:nvPr>
            <p:ph idx="6" type="title"/>
          </p:nvPr>
        </p:nvSpPr>
        <p:spPr>
          <a:xfrm>
            <a:off x="6118550" y="1471925"/>
            <a:ext cx="1364400" cy="447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4" name="Google Shape;34;p26"/>
          <p:cNvSpPr txBox="1"/>
          <p:nvPr>
            <p:ph idx="7" type="title"/>
          </p:nvPr>
        </p:nvSpPr>
        <p:spPr>
          <a:xfrm>
            <a:off x="6118550" y="3238471"/>
            <a:ext cx="1364400" cy="447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5" name="Google Shape;35;p26"/>
          <p:cNvSpPr txBox="1"/>
          <p:nvPr>
            <p:ph idx="1" type="subTitle"/>
          </p:nvPr>
        </p:nvSpPr>
        <p:spPr>
          <a:xfrm>
            <a:off x="720000" y="1975444"/>
            <a:ext cx="2356200" cy="678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Font typeface="Michroma"/>
              <a:buNone/>
              <a:defRPr sz="1600">
                <a:solidFill>
                  <a:schemeClr val="dk1"/>
                </a:solidFill>
                <a:latin typeface="Michroma"/>
                <a:ea typeface="Michroma"/>
                <a:cs typeface="Michroma"/>
                <a:sym typeface="Michroma"/>
              </a:defRPr>
            </a:lvl1pPr>
            <a:lvl2pPr lvl="1" algn="l">
              <a:lnSpc>
                <a:spcPct val="100000"/>
              </a:lnSpc>
              <a:spcBef>
                <a:spcPts val="0"/>
              </a:spcBef>
              <a:spcAft>
                <a:spcPts val="0"/>
              </a:spcAft>
              <a:buSzPts val="2000"/>
              <a:buFont typeface="Michroma"/>
              <a:buNone/>
              <a:defRPr b="1" sz="2000">
                <a:latin typeface="Michroma"/>
                <a:ea typeface="Michroma"/>
                <a:cs typeface="Michroma"/>
                <a:sym typeface="Michroma"/>
              </a:defRPr>
            </a:lvl2pPr>
            <a:lvl3pPr lvl="2" algn="l">
              <a:lnSpc>
                <a:spcPct val="100000"/>
              </a:lnSpc>
              <a:spcBef>
                <a:spcPts val="0"/>
              </a:spcBef>
              <a:spcAft>
                <a:spcPts val="0"/>
              </a:spcAft>
              <a:buSzPts val="2000"/>
              <a:buFont typeface="Michroma"/>
              <a:buNone/>
              <a:defRPr b="1" sz="2000">
                <a:latin typeface="Michroma"/>
                <a:ea typeface="Michroma"/>
                <a:cs typeface="Michroma"/>
                <a:sym typeface="Michroma"/>
              </a:defRPr>
            </a:lvl3pPr>
            <a:lvl4pPr lvl="3" algn="l">
              <a:lnSpc>
                <a:spcPct val="100000"/>
              </a:lnSpc>
              <a:spcBef>
                <a:spcPts val="0"/>
              </a:spcBef>
              <a:spcAft>
                <a:spcPts val="0"/>
              </a:spcAft>
              <a:buSzPts val="2000"/>
              <a:buFont typeface="Michroma"/>
              <a:buNone/>
              <a:defRPr b="1" sz="2000">
                <a:latin typeface="Michroma"/>
                <a:ea typeface="Michroma"/>
                <a:cs typeface="Michroma"/>
                <a:sym typeface="Michroma"/>
              </a:defRPr>
            </a:lvl4pPr>
            <a:lvl5pPr lvl="4" algn="l">
              <a:lnSpc>
                <a:spcPct val="100000"/>
              </a:lnSpc>
              <a:spcBef>
                <a:spcPts val="0"/>
              </a:spcBef>
              <a:spcAft>
                <a:spcPts val="0"/>
              </a:spcAft>
              <a:buSzPts val="2000"/>
              <a:buFont typeface="Michroma"/>
              <a:buNone/>
              <a:defRPr b="1" sz="2000">
                <a:latin typeface="Michroma"/>
                <a:ea typeface="Michroma"/>
                <a:cs typeface="Michroma"/>
                <a:sym typeface="Michroma"/>
              </a:defRPr>
            </a:lvl5pPr>
            <a:lvl6pPr lvl="5" algn="l">
              <a:lnSpc>
                <a:spcPct val="100000"/>
              </a:lnSpc>
              <a:spcBef>
                <a:spcPts val="0"/>
              </a:spcBef>
              <a:spcAft>
                <a:spcPts val="0"/>
              </a:spcAft>
              <a:buSzPts val="2000"/>
              <a:buFont typeface="Michroma"/>
              <a:buNone/>
              <a:defRPr b="1" sz="2000">
                <a:latin typeface="Michroma"/>
                <a:ea typeface="Michroma"/>
                <a:cs typeface="Michroma"/>
                <a:sym typeface="Michroma"/>
              </a:defRPr>
            </a:lvl6pPr>
            <a:lvl7pPr lvl="6" algn="l">
              <a:lnSpc>
                <a:spcPct val="100000"/>
              </a:lnSpc>
              <a:spcBef>
                <a:spcPts val="0"/>
              </a:spcBef>
              <a:spcAft>
                <a:spcPts val="0"/>
              </a:spcAft>
              <a:buSzPts val="2000"/>
              <a:buFont typeface="Michroma"/>
              <a:buNone/>
              <a:defRPr b="1" sz="2000">
                <a:latin typeface="Michroma"/>
                <a:ea typeface="Michroma"/>
                <a:cs typeface="Michroma"/>
                <a:sym typeface="Michroma"/>
              </a:defRPr>
            </a:lvl7pPr>
            <a:lvl8pPr lvl="7" algn="l">
              <a:lnSpc>
                <a:spcPct val="100000"/>
              </a:lnSpc>
              <a:spcBef>
                <a:spcPts val="0"/>
              </a:spcBef>
              <a:spcAft>
                <a:spcPts val="0"/>
              </a:spcAft>
              <a:buSzPts val="2000"/>
              <a:buFont typeface="Michroma"/>
              <a:buNone/>
              <a:defRPr b="1" sz="2000">
                <a:latin typeface="Michroma"/>
                <a:ea typeface="Michroma"/>
                <a:cs typeface="Michroma"/>
                <a:sym typeface="Michroma"/>
              </a:defRPr>
            </a:lvl8pPr>
            <a:lvl9pPr lvl="8" algn="l">
              <a:lnSpc>
                <a:spcPct val="100000"/>
              </a:lnSpc>
              <a:spcBef>
                <a:spcPts val="0"/>
              </a:spcBef>
              <a:spcAft>
                <a:spcPts val="0"/>
              </a:spcAft>
              <a:buSzPts val="2000"/>
              <a:buFont typeface="Michroma"/>
              <a:buNone/>
              <a:defRPr b="1" sz="2000">
                <a:latin typeface="Michroma"/>
                <a:ea typeface="Michroma"/>
                <a:cs typeface="Michroma"/>
                <a:sym typeface="Michroma"/>
              </a:defRPr>
            </a:lvl9pPr>
          </a:lstStyle>
          <a:p/>
        </p:txBody>
      </p:sp>
      <p:sp>
        <p:nvSpPr>
          <p:cNvPr id="36" name="Google Shape;36;p26"/>
          <p:cNvSpPr txBox="1"/>
          <p:nvPr>
            <p:ph idx="8" type="subTitle"/>
          </p:nvPr>
        </p:nvSpPr>
        <p:spPr>
          <a:xfrm>
            <a:off x="3419275" y="1975450"/>
            <a:ext cx="2305500" cy="678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Font typeface="Michroma"/>
              <a:buNone/>
              <a:defRPr sz="1600">
                <a:solidFill>
                  <a:schemeClr val="dk1"/>
                </a:solidFill>
                <a:latin typeface="Michroma"/>
                <a:ea typeface="Michroma"/>
                <a:cs typeface="Michroma"/>
                <a:sym typeface="Michroma"/>
              </a:defRPr>
            </a:lvl1pPr>
            <a:lvl2pPr lvl="1" algn="l">
              <a:lnSpc>
                <a:spcPct val="100000"/>
              </a:lnSpc>
              <a:spcBef>
                <a:spcPts val="0"/>
              </a:spcBef>
              <a:spcAft>
                <a:spcPts val="0"/>
              </a:spcAft>
              <a:buSzPts val="2000"/>
              <a:buFont typeface="Michroma"/>
              <a:buNone/>
              <a:defRPr b="1" sz="2000">
                <a:latin typeface="Michroma"/>
                <a:ea typeface="Michroma"/>
                <a:cs typeface="Michroma"/>
                <a:sym typeface="Michroma"/>
              </a:defRPr>
            </a:lvl2pPr>
            <a:lvl3pPr lvl="2" algn="l">
              <a:lnSpc>
                <a:spcPct val="100000"/>
              </a:lnSpc>
              <a:spcBef>
                <a:spcPts val="0"/>
              </a:spcBef>
              <a:spcAft>
                <a:spcPts val="0"/>
              </a:spcAft>
              <a:buSzPts val="2000"/>
              <a:buFont typeface="Michroma"/>
              <a:buNone/>
              <a:defRPr b="1" sz="2000">
                <a:latin typeface="Michroma"/>
                <a:ea typeface="Michroma"/>
                <a:cs typeface="Michroma"/>
                <a:sym typeface="Michroma"/>
              </a:defRPr>
            </a:lvl3pPr>
            <a:lvl4pPr lvl="3" algn="l">
              <a:lnSpc>
                <a:spcPct val="100000"/>
              </a:lnSpc>
              <a:spcBef>
                <a:spcPts val="0"/>
              </a:spcBef>
              <a:spcAft>
                <a:spcPts val="0"/>
              </a:spcAft>
              <a:buSzPts val="2000"/>
              <a:buFont typeface="Michroma"/>
              <a:buNone/>
              <a:defRPr b="1" sz="2000">
                <a:latin typeface="Michroma"/>
                <a:ea typeface="Michroma"/>
                <a:cs typeface="Michroma"/>
                <a:sym typeface="Michroma"/>
              </a:defRPr>
            </a:lvl4pPr>
            <a:lvl5pPr lvl="4" algn="l">
              <a:lnSpc>
                <a:spcPct val="100000"/>
              </a:lnSpc>
              <a:spcBef>
                <a:spcPts val="0"/>
              </a:spcBef>
              <a:spcAft>
                <a:spcPts val="0"/>
              </a:spcAft>
              <a:buSzPts val="2000"/>
              <a:buFont typeface="Michroma"/>
              <a:buNone/>
              <a:defRPr b="1" sz="2000">
                <a:latin typeface="Michroma"/>
                <a:ea typeface="Michroma"/>
                <a:cs typeface="Michroma"/>
                <a:sym typeface="Michroma"/>
              </a:defRPr>
            </a:lvl5pPr>
            <a:lvl6pPr lvl="5" algn="l">
              <a:lnSpc>
                <a:spcPct val="100000"/>
              </a:lnSpc>
              <a:spcBef>
                <a:spcPts val="0"/>
              </a:spcBef>
              <a:spcAft>
                <a:spcPts val="0"/>
              </a:spcAft>
              <a:buSzPts val="2000"/>
              <a:buFont typeface="Michroma"/>
              <a:buNone/>
              <a:defRPr b="1" sz="2000">
                <a:latin typeface="Michroma"/>
                <a:ea typeface="Michroma"/>
                <a:cs typeface="Michroma"/>
                <a:sym typeface="Michroma"/>
              </a:defRPr>
            </a:lvl6pPr>
            <a:lvl7pPr lvl="6" algn="l">
              <a:lnSpc>
                <a:spcPct val="100000"/>
              </a:lnSpc>
              <a:spcBef>
                <a:spcPts val="0"/>
              </a:spcBef>
              <a:spcAft>
                <a:spcPts val="0"/>
              </a:spcAft>
              <a:buSzPts val="2000"/>
              <a:buFont typeface="Michroma"/>
              <a:buNone/>
              <a:defRPr b="1" sz="2000">
                <a:latin typeface="Michroma"/>
                <a:ea typeface="Michroma"/>
                <a:cs typeface="Michroma"/>
                <a:sym typeface="Michroma"/>
              </a:defRPr>
            </a:lvl7pPr>
            <a:lvl8pPr lvl="7" algn="l">
              <a:lnSpc>
                <a:spcPct val="100000"/>
              </a:lnSpc>
              <a:spcBef>
                <a:spcPts val="0"/>
              </a:spcBef>
              <a:spcAft>
                <a:spcPts val="0"/>
              </a:spcAft>
              <a:buSzPts val="2000"/>
              <a:buFont typeface="Michroma"/>
              <a:buNone/>
              <a:defRPr b="1" sz="2000">
                <a:latin typeface="Michroma"/>
                <a:ea typeface="Michroma"/>
                <a:cs typeface="Michroma"/>
                <a:sym typeface="Michroma"/>
              </a:defRPr>
            </a:lvl8pPr>
            <a:lvl9pPr lvl="8" algn="l">
              <a:lnSpc>
                <a:spcPct val="100000"/>
              </a:lnSpc>
              <a:spcBef>
                <a:spcPts val="0"/>
              </a:spcBef>
              <a:spcAft>
                <a:spcPts val="0"/>
              </a:spcAft>
              <a:buSzPts val="2000"/>
              <a:buFont typeface="Michroma"/>
              <a:buNone/>
              <a:defRPr b="1" sz="2000">
                <a:latin typeface="Michroma"/>
                <a:ea typeface="Michroma"/>
                <a:cs typeface="Michroma"/>
                <a:sym typeface="Michroma"/>
              </a:defRPr>
            </a:lvl9pPr>
          </a:lstStyle>
          <a:p/>
        </p:txBody>
      </p:sp>
      <p:sp>
        <p:nvSpPr>
          <p:cNvPr id="37" name="Google Shape;37;p26"/>
          <p:cNvSpPr txBox="1"/>
          <p:nvPr>
            <p:ph idx="9" type="subTitle"/>
          </p:nvPr>
        </p:nvSpPr>
        <p:spPr>
          <a:xfrm>
            <a:off x="6118550" y="1975450"/>
            <a:ext cx="2305500" cy="678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Font typeface="Michroma"/>
              <a:buNone/>
              <a:defRPr sz="1600">
                <a:solidFill>
                  <a:schemeClr val="dk1"/>
                </a:solidFill>
                <a:latin typeface="Michroma"/>
                <a:ea typeface="Michroma"/>
                <a:cs typeface="Michroma"/>
                <a:sym typeface="Michroma"/>
              </a:defRPr>
            </a:lvl1pPr>
            <a:lvl2pPr lvl="1" algn="l">
              <a:lnSpc>
                <a:spcPct val="100000"/>
              </a:lnSpc>
              <a:spcBef>
                <a:spcPts val="0"/>
              </a:spcBef>
              <a:spcAft>
                <a:spcPts val="0"/>
              </a:spcAft>
              <a:buSzPts val="2000"/>
              <a:buFont typeface="Michroma"/>
              <a:buNone/>
              <a:defRPr b="1" sz="2000">
                <a:latin typeface="Michroma"/>
                <a:ea typeface="Michroma"/>
                <a:cs typeface="Michroma"/>
                <a:sym typeface="Michroma"/>
              </a:defRPr>
            </a:lvl2pPr>
            <a:lvl3pPr lvl="2" algn="l">
              <a:lnSpc>
                <a:spcPct val="100000"/>
              </a:lnSpc>
              <a:spcBef>
                <a:spcPts val="0"/>
              </a:spcBef>
              <a:spcAft>
                <a:spcPts val="0"/>
              </a:spcAft>
              <a:buSzPts val="2000"/>
              <a:buFont typeface="Michroma"/>
              <a:buNone/>
              <a:defRPr b="1" sz="2000">
                <a:latin typeface="Michroma"/>
                <a:ea typeface="Michroma"/>
                <a:cs typeface="Michroma"/>
                <a:sym typeface="Michroma"/>
              </a:defRPr>
            </a:lvl3pPr>
            <a:lvl4pPr lvl="3" algn="l">
              <a:lnSpc>
                <a:spcPct val="100000"/>
              </a:lnSpc>
              <a:spcBef>
                <a:spcPts val="0"/>
              </a:spcBef>
              <a:spcAft>
                <a:spcPts val="0"/>
              </a:spcAft>
              <a:buSzPts val="2000"/>
              <a:buFont typeface="Michroma"/>
              <a:buNone/>
              <a:defRPr b="1" sz="2000">
                <a:latin typeface="Michroma"/>
                <a:ea typeface="Michroma"/>
                <a:cs typeface="Michroma"/>
                <a:sym typeface="Michroma"/>
              </a:defRPr>
            </a:lvl4pPr>
            <a:lvl5pPr lvl="4" algn="l">
              <a:lnSpc>
                <a:spcPct val="100000"/>
              </a:lnSpc>
              <a:spcBef>
                <a:spcPts val="0"/>
              </a:spcBef>
              <a:spcAft>
                <a:spcPts val="0"/>
              </a:spcAft>
              <a:buSzPts val="2000"/>
              <a:buFont typeface="Michroma"/>
              <a:buNone/>
              <a:defRPr b="1" sz="2000">
                <a:latin typeface="Michroma"/>
                <a:ea typeface="Michroma"/>
                <a:cs typeface="Michroma"/>
                <a:sym typeface="Michroma"/>
              </a:defRPr>
            </a:lvl5pPr>
            <a:lvl6pPr lvl="5" algn="l">
              <a:lnSpc>
                <a:spcPct val="100000"/>
              </a:lnSpc>
              <a:spcBef>
                <a:spcPts val="0"/>
              </a:spcBef>
              <a:spcAft>
                <a:spcPts val="0"/>
              </a:spcAft>
              <a:buSzPts val="2000"/>
              <a:buFont typeface="Michroma"/>
              <a:buNone/>
              <a:defRPr b="1" sz="2000">
                <a:latin typeface="Michroma"/>
                <a:ea typeface="Michroma"/>
                <a:cs typeface="Michroma"/>
                <a:sym typeface="Michroma"/>
              </a:defRPr>
            </a:lvl6pPr>
            <a:lvl7pPr lvl="6" algn="l">
              <a:lnSpc>
                <a:spcPct val="100000"/>
              </a:lnSpc>
              <a:spcBef>
                <a:spcPts val="0"/>
              </a:spcBef>
              <a:spcAft>
                <a:spcPts val="0"/>
              </a:spcAft>
              <a:buSzPts val="2000"/>
              <a:buFont typeface="Michroma"/>
              <a:buNone/>
              <a:defRPr b="1" sz="2000">
                <a:latin typeface="Michroma"/>
                <a:ea typeface="Michroma"/>
                <a:cs typeface="Michroma"/>
                <a:sym typeface="Michroma"/>
              </a:defRPr>
            </a:lvl7pPr>
            <a:lvl8pPr lvl="7" algn="l">
              <a:lnSpc>
                <a:spcPct val="100000"/>
              </a:lnSpc>
              <a:spcBef>
                <a:spcPts val="0"/>
              </a:spcBef>
              <a:spcAft>
                <a:spcPts val="0"/>
              </a:spcAft>
              <a:buSzPts val="2000"/>
              <a:buFont typeface="Michroma"/>
              <a:buNone/>
              <a:defRPr b="1" sz="2000">
                <a:latin typeface="Michroma"/>
                <a:ea typeface="Michroma"/>
                <a:cs typeface="Michroma"/>
                <a:sym typeface="Michroma"/>
              </a:defRPr>
            </a:lvl8pPr>
            <a:lvl9pPr lvl="8" algn="l">
              <a:lnSpc>
                <a:spcPct val="100000"/>
              </a:lnSpc>
              <a:spcBef>
                <a:spcPts val="0"/>
              </a:spcBef>
              <a:spcAft>
                <a:spcPts val="0"/>
              </a:spcAft>
              <a:buSzPts val="2000"/>
              <a:buFont typeface="Michroma"/>
              <a:buNone/>
              <a:defRPr b="1" sz="2000">
                <a:latin typeface="Michroma"/>
                <a:ea typeface="Michroma"/>
                <a:cs typeface="Michroma"/>
                <a:sym typeface="Michroma"/>
              </a:defRPr>
            </a:lvl9pPr>
          </a:lstStyle>
          <a:p/>
        </p:txBody>
      </p:sp>
      <p:sp>
        <p:nvSpPr>
          <p:cNvPr id="38" name="Google Shape;38;p26"/>
          <p:cNvSpPr txBox="1"/>
          <p:nvPr>
            <p:ph idx="13" type="subTitle"/>
          </p:nvPr>
        </p:nvSpPr>
        <p:spPr>
          <a:xfrm>
            <a:off x="720000" y="3742125"/>
            <a:ext cx="2356200" cy="678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Font typeface="Michroma"/>
              <a:buNone/>
              <a:defRPr sz="1600">
                <a:solidFill>
                  <a:schemeClr val="dk1"/>
                </a:solidFill>
                <a:latin typeface="Michroma"/>
                <a:ea typeface="Michroma"/>
                <a:cs typeface="Michroma"/>
                <a:sym typeface="Michroma"/>
              </a:defRPr>
            </a:lvl1pPr>
            <a:lvl2pPr lvl="1" algn="l">
              <a:lnSpc>
                <a:spcPct val="100000"/>
              </a:lnSpc>
              <a:spcBef>
                <a:spcPts val="0"/>
              </a:spcBef>
              <a:spcAft>
                <a:spcPts val="0"/>
              </a:spcAft>
              <a:buSzPts val="2000"/>
              <a:buFont typeface="Michroma"/>
              <a:buNone/>
              <a:defRPr b="1" sz="2000">
                <a:latin typeface="Michroma"/>
                <a:ea typeface="Michroma"/>
                <a:cs typeface="Michroma"/>
                <a:sym typeface="Michroma"/>
              </a:defRPr>
            </a:lvl2pPr>
            <a:lvl3pPr lvl="2" algn="l">
              <a:lnSpc>
                <a:spcPct val="100000"/>
              </a:lnSpc>
              <a:spcBef>
                <a:spcPts val="0"/>
              </a:spcBef>
              <a:spcAft>
                <a:spcPts val="0"/>
              </a:spcAft>
              <a:buSzPts val="2000"/>
              <a:buFont typeface="Michroma"/>
              <a:buNone/>
              <a:defRPr b="1" sz="2000">
                <a:latin typeface="Michroma"/>
                <a:ea typeface="Michroma"/>
                <a:cs typeface="Michroma"/>
                <a:sym typeface="Michroma"/>
              </a:defRPr>
            </a:lvl3pPr>
            <a:lvl4pPr lvl="3" algn="l">
              <a:lnSpc>
                <a:spcPct val="100000"/>
              </a:lnSpc>
              <a:spcBef>
                <a:spcPts val="0"/>
              </a:spcBef>
              <a:spcAft>
                <a:spcPts val="0"/>
              </a:spcAft>
              <a:buSzPts val="2000"/>
              <a:buFont typeface="Michroma"/>
              <a:buNone/>
              <a:defRPr b="1" sz="2000">
                <a:latin typeface="Michroma"/>
                <a:ea typeface="Michroma"/>
                <a:cs typeface="Michroma"/>
                <a:sym typeface="Michroma"/>
              </a:defRPr>
            </a:lvl4pPr>
            <a:lvl5pPr lvl="4" algn="l">
              <a:lnSpc>
                <a:spcPct val="100000"/>
              </a:lnSpc>
              <a:spcBef>
                <a:spcPts val="0"/>
              </a:spcBef>
              <a:spcAft>
                <a:spcPts val="0"/>
              </a:spcAft>
              <a:buSzPts val="2000"/>
              <a:buFont typeface="Michroma"/>
              <a:buNone/>
              <a:defRPr b="1" sz="2000">
                <a:latin typeface="Michroma"/>
                <a:ea typeface="Michroma"/>
                <a:cs typeface="Michroma"/>
                <a:sym typeface="Michroma"/>
              </a:defRPr>
            </a:lvl5pPr>
            <a:lvl6pPr lvl="5" algn="l">
              <a:lnSpc>
                <a:spcPct val="100000"/>
              </a:lnSpc>
              <a:spcBef>
                <a:spcPts val="0"/>
              </a:spcBef>
              <a:spcAft>
                <a:spcPts val="0"/>
              </a:spcAft>
              <a:buSzPts val="2000"/>
              <a:buFont typeface="Michroma"/>
              <a:buNone/>
              <a:defRPr b="1" sz="2000">
                <a:latin typeface="Michroma"/>
                <a:ea typeface="Michroma"/>
                <a:cs typeface="Michroma"/>
                <a:sym typeface="Michroma"/>
              </a:defRPr>
            </a:lvl6pPr>
            <a:lvl7pPr lvl="6" algn="l">
              <a:lnSpc>
                <a:spcPct val="100000"/>
              </a:lnSpc>
              <a:spcBef>
                <a:spcPts val="0"/>
              </a:spcBef>
              <a:spcAft>
                <a:spcPts val="0"/>
              </a:spcAft>
              <a:buSzPts val="2000"/>
              <a:buFont typeface="Michroma"/>
              <a:buNone/>
              <a:defRPr b="1" sz="2000">
                <a:latin typeface="Michroma"/>
                <a:ea typeface="Michroma"/>
                <a:cs typeface="Michroma"/>
                <a:sym typeface="Michroma"/>
              </a:defRPr>
            </a:lvl7pPr>
            <a:lvl8pPr lvl="7" algn="l">
              <a:lnSpc>
                <a:spcPct val="100000"/>
              </a:lnSpc>
              <a:spcBef>
                <a:spcPts val="0"/>
              </a:spcBef>
              <a:spcAft>
                <a:spcPts val="0"/>
              </a:spcAft>
              <a:buSzPts val="2000"/>
              <a:buFont typeface="Michroma"/>
              <a:buNone/>
              <a:defRPr b="1" sz="2000">
                <a:latin typeface="Michroma"/>
                <a:ea typeface="Michroma"/>
                <a:cs typeface="Michroma"/>
                <a:sym typeface="Michroma"/>
              </a:defRPr>
            </a:lvl8pPr>
            <a:lvl9pPr lvl="8" algn="l">
              <a:lnSpc>
                <a:spcPct val="100000"/>
              </a:lnSpc>
              <a:spcBef>
                <a:spcPts val="0"/>
              </a:spcBef>
              <a:spcAft>
                <a:spcPts val="0"/>
              </a:spcAft>
              <a:buSzPts val="2000"/>
              <a:buFont typeface="Michroma"/>
              <a:buNone/>
              <a:defRPr b="1" sz="2000">
                <a:latin typeface="Michroma"/>
                <a:ea typeface="Michroma"/>
                <a:cs typeface="Michroma"/>
                <a:sym typeface="Michroma"/>
              </a:defRPr>
            </a:lvl9pPr>
          </a:lstStyle>
          <a:p/>
        </p:txBody>
      </p:sp>
      <p:sp>
        <p:nvSpPr>
          <p:cNvPr id="39" name="Google Shape;39;p26"/>
          <p:cNvSpPr txBox="1"/>
          <p:nvPr>
            <p:ph idx="14" type="subTitle"/>
          </p:nvPr>
        </p:nvSpPr>
        <p:spPr>
          <a:xfrm>
            <a:off x="3419275" y="3742125"/>
            <a:ext cx="2305500" cy="678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Font typeface="Michroma"/>
              <a:buNone/>
              <a:defRPr sz="1600">
                <a:solidFill>
                  <a:schemeClr val="dk1"/>
                </a:solidFill>
                <a:latin typeface="Michroma"/>
                <a:ea typeface="Michroma"/>
                <a:cs typeface="Michroma"/>
                <a:sym typeface="Michroma"/>
              </a:defRPr>
            </a:lvl1pPr>
            <a:lvl2pPr lvl="1" algn="l">
              <a:lnSpc>
                <a:spcPct val="100000"/>
              </a:lnSpc>
              <a:spcBef>
                <a:spcPts val="0"/>
              </a:spcBef>
              <a:spcAft>
                <a:spcPts val="0"/>
              </a:spcAft>
              <a:buSzPts val="2000"/>
              <a:buFont typeface="Michroma"/>
              <a:buNone/>
              <a:defRPr b="1" sz="2000">
                <a:latin typeface="Michroma"/>
                <a:ea typeface="Michroma"/>
                <a:cs typeface="Michroma"/>
                <a:sym typeface="Michroma"/>
              </a:defRPr>
            </a:lvl2pPr>
            <a:lvl3pPr lvl="2" algn="l">
              <a:lnSpc>
                <a:spcPct val="100000"/>
              </a:lnSpc>
              <a:spcBef>
                <a:spcPts val="0"/>
              </a:spcBef>
              <a:spcAft>
                <a:spcPts val="0"/>
              </a:spcAft>
              <a:buSzPts val="2000"/>
              <a:buFont typeface="Michroma"/>
              <a:buNone/>
              <a:defRPr b="1" sz="2000">
                <a:latin typeface="Michroma"/>
                <a:ea typeface="Michroma"/>
                <a:cs typeface="Michroma"/>
                <a:sym typeface="Michroma"/>
              </a:defRPr>
            </a:lvl3pPr>
            <a:lvl4pPr lvl="3" algn="l">
              <a:lnSpc>
                <a:spcPct val="100000"/>
              </a:lnSpc>
              <a:spcBef>
                <a:spcPts val="0"/>
              </a:spcBef>
              <a:spcAft>
                <a:spcPts val="0"/>
              </a:spcAft>
              <a:buSzPts val="2000"/>
              <a:buFont typeface="Michroma"/>
              <a:buNone/>
              <a:defRPr b="1" sz="2000">
                <a:latin typeface="Michroma"/>
                <a:ea typeface="Michroma"/>
                <a:cs typeface="Michroma"/>
                <a:sym typeface="Michroma"/>
              </a:defRPr>
            </a:lvl4pPr>
            <a:lvl5pPr lvl="4" algn="l">
              <a:lnSpc>
                <a:spcPct val="100000"/>
              </a:lnSpc>
              <a:spcBef>
                <a:spcPts val="0"/>
              </a:spcBef>
              <a:spcAft>
                <a:spcPts val="0"/>
              </a:spcAft>
              <a:buSzPts val="2000"/>
              <a:buFont typeface="Michroma"/>
              <a:buNone/>
              <a:defRPr b="1" sz="2000">
                <a:latin typeface="Michroma"/>
                <a:ea typeface="Michroma"/>
                <a:cs typeface="Michroma"/>
                <a:sym typeface="Michroma"/>
              </a:defRPr>
            </a:lvl5pPr>
            <a:lvl6pPr lvl="5" algn="l">
              <a:lnSpc>
                <a:spcPct val="100000"/>
              </a:lnSpc>
              <a:spcBef>
                <a:spcPts val="0"/>
              </a:spcBef>
              <a:spcAft>
                <a:spcPts val="0"/>
              </a:spcAft>
              <a:buSzPts val="2000"/>
              <a:buFont typeface="Michroma"/>
              <a:buNone/>
              <a:defRPr b="1" sz="2000">
                <a:latin typeface="Michroma"/>
                <a:ea typeface="Michroma"/>
                <a:cs typeface="Michroma"/>
                <a:sym typeface="Michroma"/>
              </a:defRPr>
            </a:lvl6pPr>
            <a:lvl7pPr lvl="6" algn="l">
              <a:lnSpc>
                <a:spcPct val="100000"/>
              </a:lnSpc>
              <a:spcBef>
                <a:spcPts val="0"/>
              </a:spcBef>
              <a:spcAft>
                <a:spcPts val="0"/>
              </a:spcAft>
              <a:buSzPts val="2000"/>
              <a:buFont typeface="Michroma"/>
              <a:buNone/>
              <a:defRPr b="1" sz="2000">
                <a:latin typeface="Michroma"/>
                <a:ea typeface="Michroma"/>
                <a:cs typeface="Michroma"/>
                <a:sym typeface="Michroma"/>
              </a:defRPr>
            </a:lvl7pPr>
            <a:lvl8pPr lvl="7" algn="l">
              <a:lnSpc>
                <a:spcPct val="100000"/>
              </a:lnSpc>
              <a:spcBef>
                <a:spcPts val="0"/>
              </a:spcBef>
              <a:spcAft>
                <a:spcPts val="0"/>
              </a:spcAft>
              <a:buSzPts val="2000"/>
              <a:buFont typeface="Michroma"/>
              <a:buNone/>
              <a:defRPr b="1" sz="2000">
                <a:latin typeface="Michroma"/>
                <a:ea typeface="Michroma"/>
                <a:cs typeface="Michroma"/>
                <a:sym typeface="Michroma"/>
              </a:defRPr>
            </a:lvl8pPr>
            <a:lvl9pPr lvl="8" algn="l">
              <a:lnSpc>
                <a:spcPct val="100000"/>
              </a:lnSpc>
              <a:spcBef>
                <a:spcPts val="0"/>
              </a:spcBef>
              <a:spcAft>
                <a:spcPts val="0"/>
              </a:spcAft>
              <a:buSzPts val="2000"/>
              <a:buFont typeface="Michroma"/>
              <a:buNone/>
              <a:defRPr b="1" sz="2000">
                <a:latin typeface="Michroma"/>
                <a:ea typeface="Michroma"/>
                <a:cs typeface="Michroma"/>
                <a:sym typeface="Michroma"/>
              </a:defRPr>
            </a:lvl9pPr>
          </a:lstStyle>
          <a:p/>
        </p:txBody>
      </p:sp>
      <p:sp>
        <p:nvSpPr>
          <p:cNvPr id="40" name="Google Shape;40;p26"/>
          <p:cNvSpPr txBox="1"/>
          <p:nvPr>
            <p:ph idx="15" type="subTitle"/>
          </p:nvPr>
        </p:nvSpPr>
        <p:spPr>
          <a:xfrm>
            <a:off x="6118550" y="3742125"/>
            <a:ext cx="2305500" cy="678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Font typeface="Michroma"/>
              <a:buNone/>
              <a:defRPr sz="1600">
                <a:solidFill>
                  <a:schemeClr val="dk1"/>
                </a:solidFill>
                <a:latin typeface="Michroma"/>
                <a:ea typeface="Michroma"/>
                <a:cs typeface="Michroma"/>
                <a:sym typeface="Michroma"/>
              </a:defRPr>
            </a:lvl1pPr>
            <a:lvl2pPr lvl="1" algn="l">
              <a:lnSpc>
                <a:spcPct val="100000"/>
              </a:lnSpc>
              <a:spcBef>
                <a:spcPts val="0"/>
              </a:spcBef>
              <a:spcAft>
                <a:spcPts val="0"/>
              </a:spcAft>
              <a:buSzPts val="2000"/>
              <a:buFont typeface="Michroma"/>
              <a:buNone/>
              <a:defRPr b="1" sz="2000">
                <a:latin typeface="Michroma"/>
                <a:ea typeface="Michroma"/>
                <a:cs typeface="Michroma"/>
                <a:sym typeface="Michroma"/>
              </a:defRPr>
            </a:lvl2pPr>
            <a:lvl3pPr lvl="2" algn="l">
              <a:lnSpc>
                <a:spcPct val="100000"/>
              </a:lnSpc>
              <a:spcBef>
                <a:spcPts val="0"/>
              </a:spcBef>
              <a:spcAft>
                <a:spcPts val="0"/>
              </a:spcAft>
              <a:buSzPts val="2000"/>
              <a:buFont typeface="Michroma"/>
              <a:buNone/>
              <a:defRPr b="1" sz="2000">
                <a:latin typeface="Michroma"/>
                <a:ea typeface="Michroma"/>
                <a:cs typeface="Michroma"/>
                <a:sym typeface="Michroma"/>
              </a:defRPr>
            </a:lvl3pPr>
            <a:lvl4pPr lvl="3" algn="l">
              <a:lnSpc>
                <a:spcPct val="100000"/>
              </a:lnSpc>
              <a:spcBef>
                <a:spcPts val="0"/>
              </a:spcBef>
              <a:spcAft>
                <a:spcPts val="0"/>
              </a:spcAft>
              <a:buSzPts val="2000"/>
              <a:buFont typeface="Michroma"/>
              <a:buNone/>
              <a:defRPr b="1" sz="2000">
                <a:latin typeface="Michroma"/>
                <a:ea typeface="Michroma"/>
                <a:cs typeface="Michroma"/>
                <a:sym typeface="Michroma"/>
              </a:defRPr>
            </a:lvl4pPr>
            <a:lvl5pPr lvl="4" algn="l">
              <a:lnSpc>
                <a:spcPct val="100000"/>
              </a:lnSpc>
              <a:spcBef>
                <a:spcPts val="0"/>
              </a:spcBef>
              <a:spcAft>
                <a:spcPts val="0"/>
              </a:spcAft>
              <a:buSzPts val="2000"/>
              <a:buFont typeface="Michroma"/>
              <a:buNone/>
              <a:defRPr b="1" sz="2000">
                <a:latin typeface="Michroma"/>
                <a:ea typeface="Michroma"/>
                <a:cs typeface="Michroma"/>
                <a:sym typeface="Michroma"/>
              </a:defRPr>
            </a:lvl5pPr>
            <a:lvl6pPr lvl="5" algn="l">
              <a:lnSpc>
                <a:spcPct val="100000"/>
              </a:lnSpc>
              <a:spcBef>
                <a:spcPts val="0"/>
              </a:spcBef>
              <a:spcAft>
                <a:spcPts val="0"/>
              </a:spcAft>
              <a:buSzPts val="2000"/>
              <a:buFont typeface="Michroma"/>
              <a:buNone/>
              <a:defRPr b="1" sz="2000">
                <a:latin typeface="Michroma"/>
                <a:ea typeface="Michroma"/>
                <a:cs typeface="Michroma"/>
                <a:sym typeface="Michroma"/>
              </a:defRPr>
            </a:lvl6pPr>
            <a:lvl7pPr lvl="6" algn="l">
              <a:lnSpc>
                <a:spcPct val="100000"/>
              </a:lnSpc>
              <a:spcBef>
                <a:spcPts val="0"/>
              </a:spcBef>
              <a:spcAft>
                <a:spcPts val="0"/>
              </a:spcAft>
              <a:buSzPts val="2000"/>
              <a:buFont typeface="Michroma"/>
              <a:buNone/>
              <a:defRPr b="1" sz="2000">
                <a:latin typeface="Michroma"/>
                <a:ea typeface="Michroma"/>
                <a:cs typeface="Michroma"/>
                <a:sym typeface="Michroma"/>
              </a:defRPr>
            </a:lvl7pPr>
            <a:lvl8pPr lvl="7" algn="l">
              <a:lnSpc>
                <a:spcPct val="100000"/>
              </a:lnSpc>
              <a:spcBef>
                <a:spcPts val="0"/>
              </a:spcBef>
              <a:spcAft>
                <a:spcPts val="0"/>
              </a:spcAft>
              <a:buSzPts val="2000"/>
              <a:buFont typeface="Michroma"/>
              <a:buNone/>
              <a:defRPr b="1" sz="2000">
                <a:latin typeface="Michroma"/>
                <a:ea typeface="Michroma"/>
                <a:cs typeface="Michroma"/>
                <a:sym typeface="Michroma"/>
              </a:defRPr>
            </a:lvl8pPr>
            <a:lvl9pPr lvl="8" algn="l">
              <a:lnSpc>
                <a:spcPct val="100000"/>
              </a:lnSpc>
              <a:spcBef>
                <a:spcPts val="0"/>
              </a:spcBef>
              <a:spcAft>
                <a:spcPts val="0"/>
              </a:spcAft>
              <a:buSzPts val="2000"/>
              <a:buFont typeface="Michroma"/>
              <a:buNone/>
              <a:defRPr b="1" sz="2000">
                <a:latin typeface="Michroma"/>
                <a:ea typeface="Michroma"/>
                <a:cs typeface="Michroma"/>
                <a:sym typeface="Michroma"/>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1" name="Shape 41"/>
        <p:cNvGrpSpPr/>
        <p:nvPr/>
      </p:nvGrpSpPr>
      <p:grpSpPr>
        <a:xfrm>
          <a:off x="0" y="0"/>
          <a:ext cx="0" cy="0"/>
          <a:chOff x="0" y="0"/>
          <a:chExt cx="0" cy="0"/>
        </a:xfrm>
      </p:grpSpPr>
      <p:pic>
        <p:nvPicPr>
          <p:cNvPr id="42" name="Google Shape;42;p27"/>
          <p:cNvPicPr preferRelativeResize="0"/>
          <p:nvPr/>
        </p:nvPicPr>
        <p:blipFill rotWithShape="1">
          <a:blip r:embed="rId2">
            <a:alphaModFix/>
          </a:blip>
          <a:srcRect b="3410" l="3400" r="3410" t="3400"/>
          <a:stretch/>
        </p:blipFill>
        <p:spPr>
          <a:xfrm>
            <a:off x="7992054" y="4172325"/>
            <a:ext cx="1729200" cy="1729200"/>
          </a:xfrm>
          <a:prstGeom prst="ellipse">
            <a:avLst/>
          </a:prstGeom>
          <a:noFill/>
          <a:ln>
            <a:noFill/>
          </a:ln>
        </p:spPr>
      </p:pic>
      <p:grpSp>
        <p:nvGrpSpPr>
          <p:cNvPr id="43" name="Google Shape;43;p27"/>
          <p:cNvGrpSpPr/>
          <p:nvPr/>
        </p:nvGrpSpPr>
        <p:grpSpPr>
          <a:xfrm>
            <a:off x="-851501" y="234538"/>
            <a:ext cx="9392120" cy="4647451"/>
            <a:chOff x="-851501" y="234538"/>
            <a:chExt cx="9392120" cy="4647451"/>
          </a:xfrm>
        </p:grpSpPr>
        <p:grpSp>
          <p:nvGrpSpPr>
            <p:cNvPr id="44" name="Google Shape;44;p27"/>
            <p:cNvGrpSpPr/>
            <p:nvPr/>
          </p:nvGrpSpPr>
          <p:grpSpPr>
            <a:xfrm>
              <a:off x="-851501" y="234538"/>
              <a:ext cx="1701302" cy="1701302"/>
              <a:chOff x="6919815" y="2656128"/>
              <a:chExt cx="873000" cy="873000"/>
            </a:xfrm>
          </p:grpSpPr>
          <p:pic>
            <p:nvPicPr>
              <p:cNvPr id="45" name="Google Shape;45;p27"/>
              <p:cNvPicPr preferRelativeResize="0"/>
              <p:nvPr/>
            </p:nvPicPr>
            <p:blipFill rotWithShape="1">
              <a:blip r:embed="rId3">
                <a:alphaModFix/>
              </a:blip>
              <a:srcRect b="2802" l="2794" r="2802" t="2794"/>
              <a:stretch/>
            </p:blipFill>
            <p:spPr>
              <a:xfrm>
                <a:off x="6919815" y="2656128"/>
                <a:ext cx="873000" cy="873000"/>
              </a:xfrm>
              <a:prstGeom prst="ellipse">
                <a:avLst/>
              </a:prstGeom>
              <a:noFill/>
              <a:ln>
                <a:noFill/>
              </a:ln>
            </p:spPr>
          </p:pic>
          <p:sp>
            <p:nvSpPr>
              <p:cNvPr id="46" name="Google Shape;46;p27"/>
              <p:cNvSpPr/>
              <p:nvPr/>
            </p:nvSpPr>
            <p:spPr>
              <a:xfrm>
                <a:off x="6934350" y="2667487"/>
                <a:ext cx="843900" cy="8439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nvGrpSpPr>
            <p:cNvPr id="47" name="Google Shape;47;p27"/>
            <p:cNvGrpSpPr/>
            <p:nvPr/>
          </p:nvGrpSpPr>
          <p:grpSpPr>
            <a:xfrm>
              <a:off x="7622136" y="3963506"/>
              <a:ext cx="918483" cy="918483"/>
              <a:chOff x="3451421" y="3574675"/>
              <a:chExt cx="873000" cy="873000"/>
            </a:xfrm>
          </p:grpSpPr>
          <p:pic>
            <p:nvPicPr>
              <p:cNvPr id="48" name="Google Shape;48;p27"/>
              <p:cNvPicPr preferRelativeResize="0"/>
              <p:nvPr/>
            </p:nvPicPr>
            <p:blipFill rotWithShape="1">
              <a:blip r:embed="rId2">
                <a:alphaModFix/>
              </a:blip>
              <a:srcRect b="3410" l="3400" r="3410" t="3400"/>
              <a:stretch/>
            </p:blipFill>
            <p:spPr>
              <a:xfrm>
                <a:off x="3451421" y="3574675"/>
                <a:ext cx="873000" cy="873000"/>
              </a:xfrm>
              <a:prstGeom prst="ellipse">
                <a:avLst/>
              </a:prstGeom>
              <a:noFill/>
              <a:ln>
                <a:noFill/>
              </a:ln>
            </p:spPr>
          </p:pic>
          <p:sp>
            <p:nvSpPr>
              <p:cNvPr id="49" name="Google Shape;49;p27"/>
              <p:cNvSpPr/>
              <p:nvPr/>
            </p:nvSpPr>
            <p:spPr>
              <a:xfrm>
                <a:off x="3466288" y="3589525"/>
                <a:ext cx="843300" cy="8433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sp>
        <p:nvSpPr>
          <p:cNvPr id="50" name="Google Shape;50;p27"/>
          <p:cNvSpPr txBox="1"/>
          <p:nvPr>
            <p:ph type="title"/>
          </p:nvPr>
        </p:nvSpPr>
        <p:spPr>
          <a:xfrm>
            <a:off x="4572050" y="2229450"/>
            <a:ext cx="3856800" cy="1460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5000"/>
              <a:buNone/>
              <a:defRPr sz="4100"/>
            </a:lvl1pPr>
            <a:lvl2pPr lvl="1" algn="ctr">
              <a:lnSpc>
                <a:spcPct val="100000"/>
              </a:lnSpc>
              <a:spcBef>
                <a:spcPts val="0"/>
              </a:spcBef>
              <a:spcAft>
                <a:spcPts val="0"/>
              </a:spcAft>
              <a:buSzPts val="5000"/>
              <a:buNone/>
              <a:defRPr sz="5000"/>
            </a:lvl2pPr>
            <a:lvl3pPr lvl="2" algn="ctr">
              <a:lnSpc>
                <a:spcPct val="100000"/>
              </a:lnSpc>
              <a:spcBef>
                <a:spcPts val="0"/>
              </a:spcBef>
              <a:spcAft>
                <a:spcPts val="0"/>
              </a:spcAft>
              <a:buSzPts val="5000"/>
              <a:buNone/>
              <a:defRPr sz="5000"/>
            </a:lvl3pPr>
            <a:lvl4pPr lvl="3" algn="ctr">
              <a:lnSpc>
                <a:spcPct val="100000"/>
              </a:lnSpc>
              <a:spcBef>
                <a:spcPts val="0"/>
              </a:spcBef>
              <a:spcAft>
                <a:spcPts val="0"/>
              </a:spcAft>
              <a:buSzPts val="5000"/>
              <a:buNone/>
              <a:defRPr sz="5000"/>
            </a:lvl4pPr>
            <a:lvl5pPr lvl="4" algn="ctr">
              <a:lnSpc>
                <a:spcPct val="100000"/>
              </a:lnSpc>
              <a:spcBef>
                <a:spcPts val="0"/>
              </a:spcBef>
              <a:spcAft>
                <a:spcPts val="0"/>
              </a:spcAft>
              <a:buSzPts val="5000"/>
              <a:buNone/>
              <a:defRPr sz="5000"/>
            </a:lvl5pPr>
            <a:lvl6pPr lvl="5" algn="ctr">
              <a:lnSpc>
                <a:spcPct val="100000"/>
              </a:lnSpc>
              <a:spcBef>
                <a:spcPts val="0"/>
              </a:spcBef>
              <a:spcAft>
                <a:spcPts val="0"/>
              </a:spcAft>
              <a:buSzPts val="5000"/>
              <a:buNone/>
              <a:defRPr sz="5000"/>
            </a:lvl6pPr>
            <a:lvl7pPr lvl="6" algn="ctr">
              <a:lnSpc>
                <a:spcPct val="100000"/>
              </a:lnSpc>
              <a:spcBef>
                <a:spcPts val="0"/>
              </a:spcBef>
              <a:spcAft>
                <a:spcPts val="0"/>
              </a:spcAft>
              <a:buSzPts val="5000"/>
              <a:buNone/>
              <a:defRPr sz="5000"/>
            </a:lvl7pPr>
            <a:lvl8pPr lvl="7" algn="ctr">
              <a:lnSpc>
                <a:spcPct val="100000"/>
              </a:lnSpc>
              <a:spcBef>
                <a:spcPts val="0"/>
              </a:spcBef>
              <a:spcAft>
                <a:spcPts val="0"/>
              </a:spcAft>
              <a:buSzPts val="5000"/>
              <a:buNone/>
              <a:defRPr sz="5000"/>
            </a:lvl8pPr>
            <a:lvl9pPr lvl="8" algn="ctr">
              <a:lnSpc>
                <a:spcPct val="100000"/>
              </a:lnSpc>
              <a:spcBef>
                <a:spcPts val="0"/>
              </a:spcBef>
              <a:spcAft>
                <a:spcPts val="0"/>
              </a:spcAft>
              <a:buSzPts val="5000"/>
              <a:buNone/>
              <a:defRPr sz="5000"/>
            </a:lvl9pPr>
          </a:lstStyle>
          <a:p/>
        </p:txBody>
      </p:sp>
      <p:sp>
        <p:nvSpPr>
          <p:cNvPr id="51" name="Google Shape;51;p27"/>
          <p:cNvSpPr txBox="1"/>
          <p:nvPr>
            <p:ph idx="2" type="title"/>
          </p:nvPr>
        </p:nvSpPr>
        <p:spPr>
          <a:xfrm>
            <a:off x="6956376" y="1453350"/>
            <a:ext cx="1472400" cy="7761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6000"/>
              <a:buNone/>
              <a:defRPr sz="4800">
                <a:solidFill>
                  <a:schemeClr val="dk2"/>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2" name="Shape 52"/>
        <p:cNvGrpSpPr/>
        <p:nvPr/>
      </p:nvGrpSpPr>
      <p:grpSpPr>
        <a:xfrm>
          <a:off x="0" y="0"/>
          <a:ext cx="0" cy="0"/>
          <a:chOff x="0" y="0"/>
          <a:chExt cx="0" cy="0"/>
        </a:xfrm>
      </p:grpSpPr>
      <p:grpSp>
        <p:nvGrpSpPr>
          <p:cNvPr id="53" name="Google Shape;53;p28"/>
          <p:cNvGrpSpPr/>
          <p:nvPr/>
        </p:nvGrpSpPr>
        <p:grpSpPr>
          <a:xfrm>
            <a:off x="-640600" y="-163400"/>
            <a:ext cx="1930629" cy="5153151"/>
            <a:chOff x="-640600" y="-163400"/>
            <a:chExt cx="1930629" cy="5153151"/>
          </a:xfrm>
        </p:grpSpPr>
        <p:pic>
          <p:nvPicPr>
            <p:cNvPr id="54" name="Google Shape;54;p28"/>
            <p:cNvPicPr preferRelativeResize="0"/>
            <p:nvPr/>
          </p:nvPicPr>
          <p:blipFill rotWithShape="1">
            <a:blip r:embed="rId2">
              <a:alphaModFix/>
            </a:blip>
            <a:srcRect b="3410" l="3400" r="3410" t="3400"/>
            <a:stretch/>
          </p:blipFill>
          <p:spPr>
            <a:xfrm rot="3105896">
              <a:off x="-439981" y="3796870"/>
              <a:ext cx="992262" cy="992262"/>
            </a:xfrm>
            <a:prstGeom prst="ellipse">
              <a:avLst/>
            </a:prstGeom>
            <a:noFill/>
            <a:ln>
              <a:noFill/>
            </a:ln>
          </p:spPr>
        </p:pic>
        <p:pic>
          <p:nvPicPr>
            <p:cNvPr id="55" name="Google Shape;55;p28"/>
            <p:cNvPicPr preferRelativeResize="0"/>
            <p:nvPr/>
          </p:nvPicPr>
          <p:blipFill rotWithShape="1">
            <a:blip r:embed="rId3">
              <a:alphaModFix/>
            </a:blip>
            <a:srcRect b="0" l="0" r="0" t="0"/>
            <a:stretch/>
          </p:blipFill>
          <p:spPr>
            <a:xfrm>
              <a:off x="719996" y="-163400"/>
              <a:ext cx="570033" cy="570050"/>
            </a:xfrm>
            <a:prstGeom prst="rect">
              <a:avLst/>
            </a:prstGeom>
            <a:noFill/>
            <a:ln>
              <a:noFill/>
            </a:ln>
          </p:spPr>
        </p:pic>
      </p:grpSp>
      <p:sp>
        <p:nvSpPr>
          <p:cNvPr id="56" name="Google Shape;56;p28"/>
          <p:cNvSpPr txBox="1"/>
          <p:nvPr>
            <p:ph type="title"/>
          </p:nvPr>
        </p:nvSpPr>
        <p:spPr>
          <a:xfrm>
            <a:off x="720000" y="607750"/>
            <a:ext cx="3852000" cy="1087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7" name="Google Shape;57;p28"/>
          <p:cNvSpPr txBox="1"/>
          <p:nvPr>
            <p:ph idx="1" type="body"/>
          </p:nvPr>
        </p:nvSpPr>
        <p:spPr>
          <a:xfrm>
            <a:off x="720000" y="2049475"/>
            <a:ext cx="3852000" cy="22047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Font typeface="Open Sans Light"/>
              <a:buChar char="●"/>
              <a:defRPr/>
            </a:lvl1pPr>
            <a:lvl2pPr indent="-304800" lvl="1" marL="914400" algn="l">
              <a:lnSpc>
                <a:spcPct val="100000"/>
              </a:lnSpc>
              <a:spcBef>
                <a:spcPts val="0"/>
              </a:spcBef>
              <a:spcAft>
                <a:spcPts val="0"/>
              </a:spcAft>
              <a:buSzPts val="1200"/>
              <a:buFont typeface="Nunito Light"/>
              <a:buChar char="○"/>
              <a:defRPr/>
            </a:lvl2pPr>
            <a:lvl3pPr indent="-304800" lvl="2" marL="1371600" algn="l">
              <a:lnSpc>
                <a:spcPct val="100000"/>
              </a:lnSpc>
              <a:spcBef>
                <a:spcPts val="0"/>
              </a:spcBef>
              <a:spcAft>
                <a:spcPts val="0"/>
              </a:spcAft>
              <a:buSzPts val="1200"/>
              <a:buFont typeface="Nunito Light"/>
              <a:buChar char="■"/>
              <a:defRPr/>
            </a:lvl3pPr>
            <a:lvl4pPr indent="-304800" lvl="3" marL="1828800" algn="l">
              <a:lnSpc>
                <a:spcPct val="100000"/>
              </a:lnSpc>
              <a:spcBef>
                <a:spcPts val="0"/>
              </a:spcBef>
              <a:spcAft>
                <a:spcPts val="0"/>
              </a:spcAft>
              <a:buSzPts val="1200"/>
              <a:buFont typeface="Nunito Light"/>
              <a:buChar char="●"/>
              <a:defRPr/>
            </a:lvl4pPr>
            <a:lvl5pPr indent="-304800" lvl="4" marL="2286000" algn="l">
              <a:lnSpc>
                <a:spcPct val="100000"/>
              </a:lnSpc>
              <a:spcBef>
                <a:spcPts val="0"/>
              </a:spcBef>
              <a:spcAft>
                <a:spcPts val="0"/>
              </a:spcAft>
              <a:buSzPts val="1200"/>
              <a:buFont typeface="Nunito Light"/>
              <a:buChar char="○"/>
              <a:defRPr/>
            </a:lvl5pPr>
            <a:lvl6pPr indent="-304800" lvl="5" marL="2743200" algn="l">
              <a:lnSpc>
                <a:spcPct val="100000"/>
              </a:lnSpc>
              <a:spcBef>
                <a:spcPts val="0"/>
              </a:spcBef>
              <a:spcAft>
                <a:spcPts val="0"/>
              </a:spcAft>
              <a:buSzPts val="1200"/>
              <a:buFont typeface="Nunito Light"/>
              <a:buChar char="■"/>
              <a:defRPr/>
            </a:lvl6pPr>
            <a:lvl7pPr indent="-304800" lvl="6" marL="3200400" algn="l">
              <a:lnSpc>
                <a:spcPct val="100000"/>
              </a:lnSpc>
              <a:spcBef>
                <a:spcPts val="0"/>
              </a:spcBef>
              <a:spcAft>
                <a:spcPts val="0"/>
              </a:spcAft>
              <a:buSzPts val="1200"/>
              <a:buFont typeface="Nunito Light"/>
              <a:buChar char="●"/>
              <a:defRPr/>
            </a:lvl7pPr>
            <a:lvl8pPr indent="-304800" lvl="7" marL="3657600" algn="l">
              <a:lnSpc>
                <a:spcPct val="100000"/>
              </a:lnSpc>
              <a:spcBef>
                <a:spcPts val="0"/>
              </a:spcBef>
              <a:spcAft>
                <a:spcPts val="0"/>
              </a:spcAft>
              <a:buSzPts val="1200"/>
              <a:buFont typeface="Nunito Light"/>
              <a:buChar char="○"/>
              <a:defRPr/>
            </a:lvl8pPr>
            <a:lvl9pPr indent="-304800" lvl="8" marL="4114800" algn="l">
              <a:lnSpc>
                <a:spcPct val="100000"/>
              </a:lnSpc>
              <a:spcBef>
                <a:spcPts val="0"/>
              </a:spcBef>
              <a:spcAft>
                <a:spcPts val="0"/>
              </a:spcAft>
              <a:buSzPts val="1200"/>
              <a:buFont typeface="Nunito Light"/>
              <a:buChar char="■"/>
              <a:defRPr/>
            </a:lvl9pPr>
          </a:lstStyle>
          <a:p/>
        </p:txBody>
      </p:sp>
      <p:sp>
        <p:nvSpPr>
          <p:cNvPr id="58" name="Google Shape;58;p28"/>
          <p:cNvSpPr/>
          <p:nvPr>
            <p:ph idx="2" type="pic"/>
          </p:nvPr>
        </p:nvSpPr>
        <p:spPr>
          <a:xfrm flipH="1">
            <a:off x="4720575" y="694925"/>
            <a:ext cx="3772200" cy="3753900"/>
          </a:xfrm>
          <a:prstGeom prst="ellipse">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9" name="Shape 59"/>
        <p:cNvGrpSpPr/>
        <p:nvPr/>
      </p:nvGrpSpPr>
      <p:grpSpPr>
        <a:xfrm>
          <a:off x="0" y="0"/>
          <a:ext cx="0" cy="0"/>
          <a:chOff x="0" y="0"/>
          <a:chExt cx="0" cy="0"/>
        </a:xfrm>
      </p:grpSpPr>
      <p:grpSp>
        <p:nvGrpSpPr>
          <p:cNvPr id="60" name="Google Shape;60;p29"/>
          <p:cNvGrpSpPr/>
          <p:nvPr/>
        </p:nvGrpSpPr>
        <p:grpSpPr>
          <a:xfrm>
            <a:off x="-748300" y="-755326"/>
            <a:ext cx="9777373" cy="5512926"/>
            <a:chOff x="-748300" y="-755326"/>
            <a:chExt cx="9777373" cy="5512926"/>
          </a:xfrm>
        </p:grpSpPr>
        <p:pic>
          <p:nvPicPr>
            <p:cNvPr id="61" name="Google Shape;61;p29"/>
            <p:cNvPicPr preferRelativeResize="0"/>
            <p:nvPr/>
          </p:nvPicPr>
          <p:blipFill rotWithShape="1">
            <a:blip r:embed="rId2">
              <a:alphaModFix/>
            </a:blip>
            <a:srcRect b="0" l="0" r="0" t="0"/>
            <a:stretch/>
          </p:blipFill>
          <p:spPr>
            <a:xfrm>
              <a:off x="-748300" y="3177400"/>
              <a:ext cx="1580200" cy="1580200"/>
            </a:xfrm>
            <a:prstGeom prst="rect">
              <a:avLst/>
            </a:prstGeom>
            <a:noFill/>
            <a:ln>
              <a:noFill/>
            </a:ln>
          </p:spPr>
        </p:pic>
        <p:pic>
          <p:nvPicPr>
            <p:cNvPr id="62" name="Google Shape;62;p29"/>
            <p:cNvPicPr preferRelativeResize="0"/>
            <p:nvPr/>
          </p:nvPicPr>
          <p:blipFill rotWithShape="1">
            <a:blip r:embed="rId3">
              <a:alphaModFix/>
            </a:blip>
            <a:srcRect b="0" l="0" r="0" t="0"/>
            <a:stretch/>
          </p:blipFill>
          <p:spPr>
            <a:xfrm>
              <a:off x="7828725" y="-755326"/>
              <a:ext cx="1200348" cy="1200360"/>
            </a:xfrm>
            <a:prstGeom prst="rect">
              <a:avLst/>
            </a:prstGeom>
            <a:noFill/>
            <a:ln>
              <a:noFill/>
            </a:ln>
          </p:spPr>
        </p:pic>
      </p:grpSp>
      <p:grpSp>
        <p:nvGrpSpPr>
          <p:cNvPr id="63" name="Google Shape;63;p29"/>
          <p:cNvGrpSpPr/>
          <p:nvPr/>
        </p:nvGrpSpPr>
        <p:grpSpPr>
          <a:xfrm>
            <a:off x="327391" y="106102"/>
            <a:ext cx="9215189" cy="6550542"/>
            <a:chOff x="327391" y="106102"/>
            <a:chExt cx="9215189" cy="6550542"/>
          </a:xfrm>
        </p:grpSpPr>
        <p:grpSp>
          <p:nvGrpSpPr>
            <p:cNvPr id="64" name="Google Shape;64;p29"/>
            <p:cNvGrpSpPr/>
            <p:nvPr/>
          </p:nvGrpSpPr>
          <p:grpSpPr>
            <a:xfrm>
              <a:off x="8540638" y="106102"/>
              <a:ext cx="1001942" cy="1001942"/>
              <a:chOff x="6919815" y="2656128"/>
              <a:chExt cx="873000" cy="873000"/>
            </a:xfrm>
          </p:grpSpPr>
          <p:pic>
            <p:nvPicPr>
              <p:cNvPr id="65" name="Google Shape;65;p29"/>
              <p:cNvPicPr preferRelativeResize="0"/>
              <p:nvPr/>
            </p:nvPicPr>
            <p:blipFill rotWithShape="1">
              <a:blip r:embed="rId4">
                <a:alphaModFix/>
              </a:blip>
              <a:srcRect b="2802" l="2794" r="2802" t="2794"/>
              <a:stretch/>
            </p:blipFill>
            <p:spPr>
              <a:xfrm>
                <a:off x="6919815" y="2656128"/>
                <a:ext cx="873000" cy="873000"/>
              </a:xfrm>
              <a:prstGeom prst="ellipse">
                <a:avLst/>
              </a:prstGeom>
              <a:noFill/>
              <a:ln>
                <a:noFill/>
              </a:ln>
            </p:spPr>
          </p:pic>
          <p:sp>
            <p:nvSpPr>
              <p:cNvPr id="66" name="Google Shape;66;p29"/>
              <p:cNvSpPr/>
              <p:nvPr/>
            </p:nvSpPr>
            <p:spPr>
              <a:xfrm>
                <a:off x="6934350" y="2667600"/>
                <a:ext cx="843900" cy="8439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nvGrpSpPr>
            <p:cNvPr id="67" name="Google Shape;67;p29"/>
            <p:cNvGrpSpPr/>
            <p:nvPr/>
          </p:nvGrpSpPr>
          <p:grpSpPr>
            <a:xfrm>
              <a:off x="327391" y="4074083"/>
              <a:ext cx="937940" cy="938038"/>
              <a:chOff x="2083263" y="3574675"/>
              <a:chExt cx="872990" cy="873000"/>
            </a:xfrm>
          </p:grpSpPr>
          <p:pic>
            <p:nvPicPr>
              <p:cNvPr id="68" name="Google Shape;68;p29"/>
              <p:cNvPicPr preferRelativeResize="0"/>
              <p:nvPr/>
            </p:nvPicPr>
            <p:blipFill rotWithShape="1">
              <a:blip r:embed="rId2">
                <a:alphaModFix/>
              </a:blip>
              <a:srcRect b="0" l="0" r="0" t="0"/>
              <a:stretch/>
            </p:blipFill>
            <p:spPr>
              <a:xfrm>
                <a:off x="2083263" y="3574675"/>
                <a:ext cx="872990" cy="873000"/>
              </a:xfrm>
              <a:prstGeom prst="rect">
                <a:avLst/>
              </a:prstGeom>
              <a:noFill/>
              <a:ln>
                <a:noFill/>
              </a:ln>
            </p:spPr>
          </p:pic>
          <p:sp>
            <p:nvSpPr>
              <p:cNvPr id="69" name="Google Shape;69;p29"/>
              <p:cNvSpPr/>
              <p:nvPr/>
            </p:nvSpPr>
            <p:spPr>
              <a:xfrm>
                <a:off x="2118376" y="3609763"/>
                <a:ext cx="802800" cy="802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nvGrpSpPr>
            <p:cNvPr id="70" name="Google Shape;70;p29"/>
            <p:cNvGrpSpPr/>
            <p:nvPr/>
          </p:nvGrpSpPr>
          <p:grpSpPr>
            <a:xfrm>
              <a:off x="7184568" y="4697196"/>
              <a:ext cx="1959426" cy="1959448"/>
              <a:chOff x="4109629" y="2630250"/>
              <a:chExt cx="872990" cy="873000"/>
            </a:xfrm>
          </p:grpSpPr>
          <p:pic>
            <p:nvPicPr>
              <p:cNvPr id="71" name="Google Shape;71;p29"/>
              <p:cNvPicPr preferRelativeResize="0"/>
              <p:nvPr/>
            </p:nvPicPr>
            <p:blipFill rotWithShape="1">
              <a:blip r:embed="rId5">
                <a:alphaModFix/>
              </a:blip>
              <a:srcRect b="0" l="0" r="0" t="0"/>
              <a:stretch/>
            </p:blipFill>
            <p:spPr>
              <a:xfrm>
                <a:off x="4109629" y="2630250"/>
                <a:ext cx="872990" cy="873000"/>
              </a:xfrm>
              <a:prstGeom prst="rect">
                <a:avLst/>
              </a:prstGeom>
              <a:noFill/>
              <a:ln>
                <a:noFill/>
              </a:ln>
            </p:spPr>
          </p:pic>
          <p:sp>
            <p:nvSpPr>
              <p:cNvPr id="72" name="Google Shape;72;p29"/>
              <p:cNvSpPr/>
              <p:nvPr/>
            </p:nvSpPr>
            <p:spPr>
              <a:xfrm>
                <a:off x="4128845" y="2649466"/>
                <a:ext cx="834600" cy="834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sp>
        <p:nvSpPr>
          <p:cNvPr id="73" name="Google Shape;73;p29"/>
          <p:cNvSpPr txBox="1"/>
          <p:nvPr>
            <p:ph idx="1" type="subTitle"/>
          </p:nvPr>
        </p:nvSpPr>
        <p:spPr>
          <a:xfrm>
            <a:off x="1161425" y="2372250"/>
            <a:ext cx="3132000" cy="4530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Michroma"/>
              <a:buNone/>
              <a:defRPr sz="1600">
                <a:solidFill>
                  <a:schemeClr val="dk1"/>
                </a:solidFill>
                <a:latin typeface="Michroma"/>
                <a:ea typeface="Michroma"/>
                <a:cs typeface="Michroma"/>
                <a:sym typeface="Michroma"/>
              </a:defRPr>
            </a:lvl1pPr>
            <a:lvl2pPr lvl="1"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2pPr>
            <a:lvl3pPr lvl="2"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3pPr>
            <a:lvl4pPr lvl="3"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4pPr>
            <a:lvl5pPr lvl="4"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5pPr>
            <a:lvl6pPr lvl="5"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6pPr>
            <a:lvl7pPr lvl="6"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7pPr>
            <a:lvl8pPr lvl="7"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8pPr>
            <a:lvl9pPr lvl="8"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9pPr>
          </a:lstStyle>
          <a:p/>
        </p:txBody>
      </p:sp>
      <p:sp>
        <p:nvSpPr>
          <p:cNvPr id="74" name="Google Shape;74;p29"/>
          <p:cNvSpPr txBox="1"/>
          <p:nvPr>
            <p:ph idx="2" type="subTitle"/>
          </p:nvPr>
        </p:nvSpPr>
        <p:spPr>
          <a:xfrm>
            <a:off x="4850563" y="2372250"/>
            <a:ext cx="3132000" cy="4530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Michroma"/>
              <a:buNone/>
              <a:defRPr sz="1600">
                <a:solidFill>
                  <a:schemeClr val="dk1"/>
                </a:solidFill>
                <a:latin typeface="Michroma"/>
                <a:ea typeface="Michroma"/>
                <a:cs typeface="Michroma"/>
                <a:sym typeface="Michroma"/>
              </a:defRPr>
            </a:lvl1pPr>
            <a:lvl2pPr lvl="1"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2pPr>
            <a:lvl3pPr lvl="2"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3pPr>
            <a:lvl4pPr lvl="3"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4pPr>
            <a:lvl5pPr lvl="4"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5pPr>
            <a:lvl6pPr lvl="5"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6pPr>
            <a:lvl7pPr lvl="6"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7pPr>
            <a:lvl8pPr lvl="7"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8pPr>
            <a:lvl9pPr lvl="8"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9pPr>
          </a:lstStyle>
          <a:p/>
        </p:txBody>
      </p:sp>
      <p:sp>
        <p:nvSpPr>
          <p:cNvPr id="75" name="Google Shape;75;p29"/>
          <p:cNvSpPr txBox="1"/>
          <p:nvPr>
            <p:ph idx="3" type="subTitle"/>
          </p:nvPr>
        </p:nvSpPr>
        <p:spPr>
          <a:xfrm>
            <a:off x="1161450" y="2823425"/>
            <a:ext cx="3132000" cy="1137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6" name="Google Shape;76;p29"/>
          <p:cNvSpPr txBox="1"/>
          <p:nvPr>
            <p:ph idx="4" type="subTitle"/>
          </p:nvPr>
        </p:nvSpPr>
        <p:spPr>
          <a:xfrm>
            <a:off x="4850581" y="2823425"/>
            <a:ext cx="3132000" cy="1137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7" name="Google Shape;77;p2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78" name="Shape 78"/>
        <p:cNvGrpSpPr/>
        <p:nvPr/>
      </p:nvGrpSpPr>
      <p:grpSpPr>
        <a:xfrm>
          <a:off x="0" y="0"/>
          <a:ext cx="0" cy="0"/>
          <a:chOff x="0" y="0"/>
          <a:chExt cx="0" cy="0"/>
        </a:xfrm>
      </p:grpSpPr>
      <p:grpSp>
        <p:nvGrpSpPr>
          <p:cNvPr id="79" name="Google Shape;79;p30"/>
          <p:cNvGrpSpPr/>
          <p:nvPr/>
        </p:nvGrpSpPr>
        <p:grpSpPr>
          <a:xfrm>
            <a:off x="-321129" y="118750"/>
            <a:ext cx="10726661" cy="4814850"/>
            <a:chOff x="-321129" y="118750"/>
            <a:chExt cx="10726661" cy="4814850"/>
          </a:xfrm>
        </p:grpSpPr>
        <p:pic>
          <p:nvPicPr>
            <p:cNvPr id="80" name="Google Shape;80;p30"/>
            <p:cNvPicPr preferRelativeResize="0"/>
            <p:nvPr/>
          </p:nvPicPr>
          <p:blipFill rotWithShape="1">
            <a:blip r:embed="rId2">
              <a:alphaModFix/>
            </a:blip>
            <a:srcRect b="0" l="0" r="0" t="0"/>
            <a:stretch/>
          </p:blipFill>
          <p:spPr>
            <a:xfrm flipH="1">
              <a:off x="-321129" y="3036837"/>
              <a:ext cx="847392" cy="847413"/>
            </a:xfrm>
            <a:prstGeom prst="rect">
              <a:avLst/>
            </a:prstGeom>
            <a:noFill/>
            <a:ln>
              <a:noFill/>
            </a:ln>
          </p:spPr>
        </p:pic>
        <p:pic>
          <p:nvPicPr>
            <p:cNvPr id="81" name="Google Shape;81;p30"/>
            <p:cNvPicPr preferRelativeResize="0"/>
            <p:nvPr/>
          </p:nvPicPr>
          <p:blipFill rotWithShape="1">
            <a:blip r:embed="rId3">
              <a:alphaModFix/>
            </a:blip>
            <a:srcRect b="0" l="0" r="0" t="0"/>
            <a:stretch/>
          </p:blipFill>
          <p:spPr>
            <a:xfrm flipH="1">
              <a:off x="8548882" y="118750"/>
              <a:ext cx="1856650" cy="1856700"/>
            </a:xfrm>
            <a:prstGeom prst="rect">
              <a:avLst/>
            </a:prstGeom>
            <a:noFill/>
            <a:ln>
              <a:noFill/>
            </a:ln>
          </p:spPr>
        </p:pic>
        <p:pic>
          <p:nvPicPr>
            <p:cNvPr id="82" name="Google Shape;82;p30"/>
            <p:cNvPicPr preferRelativeResize="0"/>
            <p:nvPr/>
          </p:nvPicPr>
          <p:blipFill rotWithShape="1">
            <a:blip r:embed="rId4">
              <a:alphaModFix/>
            </a:blip>
            <a:srcRect b="0" l="0" r="0" t="0"/>
            <a:stretch/>
          </p:blipFill>
          <p:spPr>
            <a:xfrm>
              <a:off x="8548876" y="4206075"/>
              <a:ext cx="727525" cy="727525"/>
            </a:xfrm>
            <a:prstGeom prst="rect">
              <a:avLst/>
            </a:prstGeom>
            <a:noFill/>
            <a:ln>
              <a:noFill/>
            </a:ln>
          </p:spPr>
        </p:pic>
      </p:grpSp>
      <p:grpSp>
        <p:nvGrpSpPr>
          <p:cNvPr id="83" name="Google Shape;83;p30"/>
          <p:cNvGrpSpPr/>
          <p:nvPr/>
        </p:nvGrpSpPr>
        <p:grpSpPr>
          <a:xfrm flipH="1">
            <a:off x="-1104722" y="1735322"/>
            <a:ext cx="1692728" cy="1692747"/>
            <a:chOff x="4109629" y="2630250"/>
            <a:chExt cx="872990" cy="873000"/>
          </a:xfrm>
        </p:grpSpPr>
        <p:pic>
          <p:nvPicPr>
            <p:cNvPr id="84" name="Google Shape;84;p30"/>
            <p:cNvPicPr preferRelativeResize="0"/>
            <p:nvPr/>
          </p:nvPicPr>
          <p:blipFill rotWithShape="1">
            <a:blip r:embed="rId3">
              <a:alphaModFix/>
            </a:blip>
            <a:srcRect b="0" l="0" r="0" t="0"/>
            <a:stretch/>
          </p:blipFill>
          <p:spPr>
            <a:xfrm>
              <a:off x="4109629" y="2630250"/>
              <a:ext cx="872990" cy="873000"/>
            </a:xfrm>
            <a:prstGeom prst="rect">
              <a:avLst/>
            </a:prstGeom>
            <a:noFill/>
            <a:ln>
              <a:noFill/>
            </a:ln>
          </p:spPr>
        </p:pic>
        <p:sp>
          <p:nvSpPr>
            <p:cNvPr id="85" name="Google Shape;85;p30"/>
            <p:cNvSpPr/>
            <p:nvPr/>
          </p:nvSpPr>
          <p:spPr>
            <a:xfrm>
              <a:off x="4128845" y="2649466"/>
              <a:ext cx="834600" cy="834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sp>
        <p:nvSpPr>
          <p:cNvPr id="86" name="Google Shape;86;p3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7" name="Google Shape;87;p30"/>
          <p:cNvSpPr txBox="1"/>
          <p:nvPr>
            <p:ph idx="1" type="subTitle"/>
          </p:nvPr>
        </p:nvSpPr>
        <p:spPr>
          <a:xfrm>
            <a:off x="714975" y="1965175"/>
            <a:ext cx="2576700" cy="419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Michroma"/>
              <a:buNone/>
              <a:defRPr sz="1600">
                <a:solidFill>
                  <a:schemeClr val="dk1"/>
                </a:solidFill>
                <a:latin typeface="Michroma"/>
                <a:ea typeface="Michroma"/>
                <a:cs typeface="Michroma"/>
                <a:sym typeface="Michroma"/>
              </a:defRPr>
            </a:lvl1pPr>
            <a:lvl2pPr lvl="1"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2pPr>
            <a:lvl3pPr lvl="2"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3pPr>
            <a:lvl4pPr lvl="3"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4pPr>
            <a:lvl5pPr lvl="4"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5pPr>
            <a:lvl6pPr lvl="5"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6pPr>
            <a:lvl7pPr lvl="6"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7pPr>
            <a:lvl8pPr lvl="7"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8pPr>
            <a:lvl9pPr lvl="8"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9pPr>
          </a:lstStyle>
          <a:p/>
        </p:txBody>
      </p:sp>
      <p:sp>
        <p:nvSpPr>
          <p:cNvPr id="88" name="Google Shape;88;p30"/>
          <p:cNvSpPr txBox="1"/>
          <p:nvPr>
            <p:ph idx="2" type="subTitle"/>
          </p:nvPr>
        </p:nvSpPr>
        <p:spPr>
          <a:xfrm>
            <a:off x="714975" y="2374349"/>
            <a:ext cx="2576700" cy="1270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89" name="Google Shape;89;p30"/>
          <p:cNvSpPr txBox="1"/>
          <p:nvPr>
            <p:ph idx="3" type="subTitle"/>
          </p:nvPr>
        </p:nvSpPr>
        <p:spPr>
          <a:xfrm>
            <a:off x="3283650" y="3342374"/>
            <a:ext cx="2576700" cy="1270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0" name="Google Shape;90;p30"/>
          <p:cNvSpPr txBox="1"/>
          <p:nvPr>
            <p:ph idx="4" type="subTitle"/>
          </p:nvPr>
        </p:nvSpPr>
        <p:spPr>
          <a:xfrm>
            <a:off x="5860350" y="2374349"/>
            <a:ext cx="2576700" cy="1270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1" name="Google Shape;91;p30"/>
          <p:cNvSpPr txBox="1"/>
          <p:nvPr>
            <p:ph idx="5" type="subTitle"/>
          </p:nvPr>
        </p:nvSpPr>
        <p:spPr>
          <a:xfrm>
            <a:off x="3283660" y="2933200"/>
            <a:ext cx="2576700" cy="419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Michroma"/>
              <a:buNone/>
              <a:defRPr sz="1600">
                <a:solidFill>
                  <a:schemeClr val="dk1"/>
                </a:solidFill>
                <a:latin typeface="Michroma"/>
                <a:ea typeface="Michroma"/>
                <a:cs typeface="Michroma"/>
                <a:sym typeface="Michroma"/>
              </a:defRPr>
            </a:lvl1pPr>
            <a:lvl2pPr lvl="1"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2pPr>
            <a:lvl3pPr lvl="2"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3pPr>
            <a:lvl4pPr lvl="3"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4pPr>
            <a:lvl5pPr lvl="4"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5pPr>
            <a:lvl6pPr lvl="5"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6pPr>
            <a:lvl7pPr lvl="6"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7pPr>
            <a:lvl8pPr lvl="7"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8pPr>
            <a:lvl9pPr lvl="8"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9pPr>
          </a:lstStyle>
          <a:p/>
        </p:txBody>
      </p:sp>
      <p:sp>
        <p:nvSpPr>
          <p:cNvPr id="92" name="Google Shape;92;p30"/>
          <p:cNvSpPr txBox="1"/>
          <p:nvPr>
            <p:ph idx="6" type="subTitle"/>
          </p:nvPr>
        </p:nvSpPr>
        <p:spPr>
          <a:xfrm>
            <a:off x="5860349" y="1965175"/>
            <a:ext cx="2576700" cy="419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Michroma"/>
              <a:buNone/>
              <a:defRPr sz="1600">
                <a:solidFill>
                  <a:schemeClr val="dk1"/>
                </a:solidFill>
                <a:latin typeface="Michroma"/>
                <a:ea typeface="Michroma"/>
                <a:cs typeface="Michroma"/>
                <a:sym typeface="Michroma"/>
              </a:defRPr>
            </a:lvl1pPr>
            <a:lvl2pPr lvl="1"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2pPr>
            <a:lvl3pPr lvl="2"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3pPr>
            <a:lvl4pPr lvl="3"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4pPr>
            <a:lvl5pPr lvl="4"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5pPr>
            <a:lvl6pPr lvl="5"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6pPr>
            <a:lvl7pPr lvl="6"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7pPr>
            <a:lvl8pPr lvl="7"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8pPr>
            <a:lvl9pPr lvl="8"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93" name="Shape 93"/>
        <p:cNvGrpSpPr/>
        <p:nvPr/>
      </p:nvGrpSpPr>
      <p:grpSpPr>
        <a:xfrm>
          <a:off x="0" y="0"/>
          <a:ext cx="0" cy="0"/>
          <a:chOff x="0" y="0"/>
          <a:chExt cx="0" cy="0"/>
        </a:xfrm>
      </p:grpSpPr>
      <p:grpSp>
        <p:nvGrpSpPr>
          <p:cNvPr id="94" name="Google Shape;94;p31"/>
          <p:cNvGrpSpPr/>
          <p:nvPr/>
        </p:nvGrpSpPr>
        <p:grpSpPr>
          <a:xfrm>
            <a:off x="-379926" y="-812514"/>
            <a:ext cx="9891426" cy="6053288"/>
            <a:chOff x="-379926" y="-812514"/>
            <a:chExt cx="9891426" cy="6053288"/>
          </a:xfrm>
        </p:grpSpPr>
        <p:pic>
          <p:nvPicPr>
            <p:cNvPr id="95" name="Google Shape;95;p31"/>
            <p:cNvPicPr preferRelativeResize="0"/>
            <p:nvPr/>
          </p:nvPicPr>
          <p:blipFill rotWithShape="1">
            <a:blip r:embed="rId2">
              <a:alphaModFix/>
            </a:blip>
            <a:srcRect b="0" l="0" r="0" t="0"/>
            <a:stretch/>
          </p:blipFill>
          <p:spPr>
            <a:xfrm>
              <a:off x="-379926" y="104275"/>
              <a:ext cx="1000825" cy="1000825"/>
            </a:xfrm>
            <a:prstGeom prst="rect">
              <a:avLst/>
            </a:prstGeom>
            <a:noFill/>
            <a:ln>
              <a:noFill/>
            </a:ln>
          </p:spPr>
        </p:pic>
        <p:pic>
          <p:nvPicPr>
            <p:cNvPr id="96" name="Google Shape;96;p31"/>
            <p:cNvPicPr preferRelativeResize="0"/>
            <p:nvPr/>
          </p:nvPicPr>
          <p:blipFill rotWithShape="1">
            <a:blip r:embed="rId3">
              <a:alphaModFix/>
            </a:blip>
            <a:srcRect b="0" l="0" r="0" t="0"/>
            <a:stretch/>
          </p:blipFill>
          <p:spPr>
            <a:xfrm>
              <a:off x="8025675" y="-812514"/>
              <a:ext cx="1485825" cy="1485825"/>
            </a:xfrm>
            <a:prstGeom prst="rect">
              <a:avLst/>
            </a:prstGeom>
            <a:noFill/>
            <a:ln>
              <a:noFill/>
            </a:ln>
          </p:spPr>
        </p:pic>
        <p:pic>
          <p:nvPicPr>
            <p:cNvPr id="97" name="Google Shape;97;p31"/>
            <p:cNvPicPr preferRelativeResize="0"/>
            <p:nvPr/>
          </p:nvPicPr>
          <p:blipFill rotWithShape="1">
            <a:blip r:embed="rId4">
              <a:alphaModFix/>
            </a:blip>
            <a:srcRect b="0" l="0" r="0" t="0"/>
            <a:stretch/>
          </p:blipFill>
          <p:spPr>
            <a:xfrm flipH="1">
              <a:off x="445967" y="4702496"/>
              <a:ext cx="538265" cy="538278"/>
            </a:xfrm>
            <a:prstGeom prst="rect">
              <a:avLst/>
            </a:prstGeom>
            <a:noFill/>
            <a:ln>
              <a:noFill/>
            </a:ln>
          </p:spPr>
        </p:pic>
      </p:grpSp>
      <p:grpSp>
        <p:nvGrpSpPr>
          <p:cNvPr id="98" name="Google Shape;98;p31"/>
          <p:cNvGrpSpPr/>
          <p:nvPr/>
        </p:nvGrpSpPr>
        <p:grpSpPr>
          <a:xfrm>
            <a:off x="6" y="-774847"/>
            <a:ext cx="9555453" cy="2095146"/>
            <a:chOff x="6" y="-774847"/>
            <a:chExt cx="9555453" cy="2095146"/>
          </a:xfrm>
        </p:grpSpPr>
        <p:grpSp>
          <p:nvGrpSpPr>
            <p:cNvPr id="99" name="Google Shape;99;p31"/>
            <p:cNvGrpSpPr/>
            <p:nvPr/>
          </p:nvGrpSpPr>
          <p:grpSpPr>
            <a:xfrm>
              <a:off x="6" y="-774847"/>
              <a:ext cx="1309824" cy="1309840"/>
              <a:chOff x="1351185" y="2656117"/>
              <a:chExt cx="821257" cy="821268"/>
            </a:xfrm>
          </p:grpSpPr>
          <p:pic>
            <p:nvPicPr>
              <p:cNvPr id="100" name="Google Shape;100;p31"/>
              <p:cNvPicPr preferRelativeResize="0"/>
              <p:nvPr/>
            </p:nvPicPr>
            <p:blipFill rotWithShape="1">
              <a:blip r:embed="rId2">
                <a:alphaModFix/>
              </a:blip>
              <a:srcRect b="0" l="0" r="0" t="0"/>
              <a:stretch/>
            </p:blipFill>
            <p:spPr>
              <a:xfrm>
                <a:off x="1351185" y="2656117"/>
                <a:ext cx="821257" cy="821268"/>
              </a:xfrm>
              <a:prstGeom prst="rect">
                <a:avLst/>
              </a:prstGeom>
              <a:noFill/>
              <a:ln>
                <a:noFill/>
              </a:ln>
            </p:spPr>
          </p:pic>
          <p:sp>
            <p:nvSpPr>
              <p:cNvPr id="101" name="Google Shape;101;p31"/>
              <p:cNvSpPr/>
              <p:nvPr/>
            </p:nvSpPr>
            <p:spPr>
              <a:xfrm>
                <a:off x="1388300" y="2693250"/>
                <a:ext cx="747000" cy="747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nvGrpSpPr>
            <p:cNvPr id="102" name="Google Shape;102;p31"/>
            <p:cNvGrpSpPr/>
            <p:nvPr/>
          </p:nvGrpSpPr>
          <p:grpSpPr>
            <a:xfrm>
              <a:off x="8680102" y="445029"/>
              <a:ext cx="875357" cy="875270"/>
              <a:chOff x="3451421" y="3574675"/>
              <a:chExt cx="873000" cy="873000"/>
            </a:xfrm>
          </p:grpSpPr>
          <p:pic>
            <p:nvPicPr>
              <p:cNvPr id="103" name="Google Shape;103;p31"/>
              <p:cNvPicPr preferRelativeResize="0"/>
              <p:nvPr/>
            </p:nvPicPr>
            <p:blipFill rotWithShape="1">
              <a:blip r:embed="rId5">
                <a:alphaModFix/>
              </a:blip>
              <a:srcRect b="3410" l="3400" r="3410" t="3400"/>
              <a:stretch/>
            </p:blipFill>
            <p:spPr>
              <a:xfrm>
                <a:off x="3451421" y="3574675"/>
                <a:ext cx="873000" cy="873000"/>
              </a:xfrm>
              <a:prstGeom prst="ellipse">
                <a:avLst/>
              </a:prstGeom>
              <a:noFill/>
              <a:ln>
                <a:noFill/>
              </a:ln>
            </p:spPr>
          </p:pic>
          <p:sp>
            <p:nvSpPr>
              <p:cNvPr id="104" name="Google Shape;104;p31"/>
              <p:cNvSpPr/>
              <p:nvPr/>
            </p:nvSpPr>
            <p:spPr>
              <a:xfrm>
                <a:off x="3466288" y="3589525"/>
                <a:ext cx="843300" cy="8433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sp>
        <p:nvSpPr>
          <p:cNvPr id="105" name="Google Shape;105;p3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6" name="Google Shape;106;p31"/>
          <p:cNvSpPr txBox="1"/>
          <p:nvPr>
            <p:ph idx="1" type="subTitle"/>
          </p:nvPr>
        </p:nvSpPr>
        <p:spPr>
          <a:xfrm>
            <a:off x="1388050" y="1255797"/>
            <a:ext cx="2967000" cy="525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Michroma"/>
              <a:buNone/>
              <a:defRPr sz="1600">
                <a:solidFill>
                  <a:schemeClr val="dk1"/>
                </a:solidFill>
                <a:latin typeface="Michroma"/>
                <a:ea typeface="Michroma"/>
                <a:cs typeface="Michroma"/>
                <a:sym typeface="Michroma"/>
              </a:defRPr>
            </a:lvl1pPr>
            <a:lvl2pPr lvl="1"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2pPr>
            <a:lvl3pPr lvl="2"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3pPr>
            <a:lvl4pPr lvl="3"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4pPr>
            <a:lvl5pPr lvl="4"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5pPr>
            <a:lvl6pPr lvl="5"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6pPr>
            <a:lvl7pPr lvl="6"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7pPr>
            <a:lvl8pPr lvl="7"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8pPr>
            <a:lvl9pPr lvl="8"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9pPr>
          </a:lstStyle>
          <a:p/>
        </p:txBody>
      </p:sp>
      <p:sp>
        <p:nvSpPr>
          <p:cNvPr id="107" name="Google Shape;107;p31"/>
          <p:cNvSpPr txBox="1"/>
          <p:nvPr>
            <p:ph idx="2" type="subTitle"/>
          </p:nvPr>
        </p:nvSpPr>
        <p:spPr>
          <a:xfrm>
            <a:off x="1388050" y="1781700"/>
            <a:ext cx="2967000" cy="90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08" name="Google Shape;108;p31"/>
          <p:cNvSpPr txBox="1"/>
          <p:nvPr>
            <p:ph idx="3" type="subTitle"/>
          </p:nvPr>
        </p:nvSpPr>
        <p:spPr>
          <a:xfrm>
            <a:off x="5237575" y="1781700"/>
            <a:ext cx="2967000" cy="90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09" name="Google Shape;109;p31"/>
          <p:cNvSpPr txBox="1"/>
          <p:nvPr>
            <p:ph idx="4" type="subTitle"/>
          </p:nvPr>
        </p:nvSpPr>
        <p:spPr>
          <a:xfrm>
            <a:off x="1388050" y="3505050"/>
            <a:ext cx="2967000" cy="90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0" name="Google Shape;110;p31"/>
          <p:cNvSpPr txBox="1"/>
          <p:nvPr>
            <p:ph idx="5" type="subTitle"/>
          </p:nvPr>
        </p:nvSpPr>
        <p:spPr>
          <a:xfrm>
            <a:off x="5237576" y="3505051"/>
            <a:ext cx="2967000" cy="90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1" name="Google Shape;111;p31"/>
          <p:cNvSpPr txBox="1"/>
          <p:nvPr>
            <p:ph idx="6" type="subTitle"/>
          </p:nvPr>
        </p:nvSpPr>
        <p:spPr>
          <a:xfrm>
            <a:off x="1388050" y="2979150"/>
            <a:ext cx="2967000" cy="525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Michroma"/>
              <a:buNone/>
              <a:defRPr sz="1600">
                <a:solidFill>
                  <a:schemeClr val="dk1"/>
                </a:solidFill>
                <a:latin typeface="Michroma"/>
                <a:ea typeface="Michroma"/>
                <a:cs typeface="Michroma"/>
                <a:sym typeface="Michroma"/>
              </a:defRPr>
            </a:lvl1pPr>
            <a:lvl2pPr lvl="1"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2pPr>
            <a:lvl3pPr lvl="2"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3pPr>
            <a:lvl4pPr lvl="3"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4pPr>
            <a:lvl5pPr lvl="4"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5pPr>
            <a:lvl6pPr lvl="5"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6pPr>
            <a:lvl7pPr lvl="6"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7pPr>
            <a:lvl8pPr lvl="7"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8pPr>
            <a:lvl9pPr lvl="8"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9pPr>
          </a:lstStyle>
          <a:p/>
        </p:txBody>
      </p:sp>
      <p:sp>
        <p:nvSpPr>
          <p:cNvPr id="112" name="Google Shape;112;p31"/>
          <p:cNvSpPr txBox="1"/>
          <p:nvPr>
            <p:ph idx="7" type="subTitle"/>
          </p:nvPr>
        </p:nvSpPr>
        <p:spPr>
          <a:xfrm>
            <a:off x="5237575" y="1255797"/>
            <a:ext cx="2967000" cy="525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Michroma"/>
              <a:buNone/>
              <a:defRPr sz="1600">
                <a:solidFill>
                  <a:schemeClr val="dk1"/>
                </a:solidFill>
                <a:latin typeface="Michroma"/>
                <a:ea typeface="Michroma"/>
                <a:cs typeface="Michroma"/>
                <a:sym typeface="Michroma"/>
              </a:defRPr>
            </a:lvl1pPr>
            <a:lvl2pPr lvl="1"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2pPr>
            <a:lvl3pPr lvl="2"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3pPr>
            <a:lvl4pPr lvl="3"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4pPr>
            <a:lvl5pPr lvl="4"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5pPr>
            <a:lvl6pPr lvl="5"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6pPr>
            <a:lvl7pPr lvl="6"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7pPr>
            <a:lvl8pPr lvl="7"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8pPr>
            <a:lvl9pPr lvl="8"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9pPr>
          </a:lstStyle>
          <a:p/>
        </p:txBody>
      </p:sp>
      <p:sp>
        <p:nvSpPr>
          <p:cNvPr id="113" name="Google Shape;113;p31"/>
          <p:cNvSpPr txBox="1"/>
          <p:nvPr>
            <p:ph idx="8" type="subTitle"/>
          </p:nvPr>
        </p:nvSpPr>
        <p:spPr>
          <a:xfrm>
            <a:off x="5237575" y="2979160"/>
            <a:ext cx="2967000" cy="525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Michroma"/>
              <a:buNone/>
              <a:defRPr sz="1600">
                <a:solidFill>
                  <a:schemeClr val="dk1"/>
                </a:solidFill>
                <a:latin typeface="Michroma"/>
                <a:ea typeface="Michroma"/>
                <a:cs typeface="Michroma"/>
                <a:sym typeface="Michroma"/>
              </a:defRPr>
            </a:lvl1pPr>
            <a:lvl2pPr lvl="1"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2pPr>
            <a:lvl3pPr lvl="2"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3pPr>
            <a:lvl4pPr lvl="3"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4pPr>
            <a:lvl5pPr lvl="4"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5pPr>
            <a:lvl6pPr lvl="5"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6pPr>
            <a:lvl7pPr lvl="6"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7pPr>
            <a:lvl8pPr lvl="7"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8pPr>
            <a:lvl9pPr lvl="8"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14" name="Shape 114"/>
        <p:cNvGrpSpPr/>
        <p:nvPr/>
      </p:nvGrpSpPr>
      <p:grpSpPr>
        <a:xfrm>
          <a:off x="0" y="0"/>
          <a:ext cx="0" cy="0"/>
          <a:chOff x="0" y="0"/>
          <a:chExt cx="0" cy="0"/>
        </a:xfrm>
      </p:grpSpPr>
      <p:grpSp>
        <p:nvGrpSpPr>
          <p:cNvPr id="115" name="Google Shape;115;p32"/>
          <p:cNvGrpSpPr/>
          <p:nvPr/>
        </p:nvGrpSpPr>
        <p:grpSpPr>
          <a:xfrm>
            <a:off x="-582800" y="234175"/>
            <a:ext cx="10114524" cy="5101175"/>
            <a:chOff x="-582800" y="234175"/>
            <a:chExt cx="10114524" cy="5101175"/>
          </a:xfrm>
        </p:grpSpPr>
        <p:pic>
          <p:nvPicPr>
            <p:cNvPr id="116" name="Google Shape;116;p32"/>
            <p:cNvPicPr preferRelativeResize="0"/>
            <p:nvPr/>
          </p:nvPicPr>
          <p:blipFill rotWithShape="1">
            <a:blip r:embed="rId2">
              <a:alphaModFix/>
            </a:blip>
            <a:srcRect b="0" l="0" r="0" t="0"/>
            <a:stretch/>
          </p:blipFill>
          <p:spPr>
            <a:xfrm>
              <a:off x="-582800" y="234175"/>
              <a:ext cx="1219900" cy="1219925"/>
            </a:xfrm>
            <a:prstGeom prst="rect">
              <a:avLst/>
            </a:prstGeom>
            <a:noFill/>
            <a:ln>
              <a:noFill/>
            </a:ln>
          </p:spPr>
        </p:pic>
        <p:pic>
          <p:nvPicPr>
            <p:cNvPr id="117" name="Google Shape;117;p32"/>
            <p:cNvPicPr preferRelativeResize="0"/>
            <p:nvPr/>
          </p:nvPicPr>
          <p:blipFill rotWithShape="1">
            <a:blip r:embed="rId3">
              <a:alphaModFix/>
            </a:blip>
            <a:srcRect b="0" l="0" r="0" t="0"/>
            <a:stretch/>
          </p:blipFill>
          <p:spPr>
            <a:xfrm>
              <a:off x="8592299" y="4395905"/>
              <a:ext cx="939425" cy="939445"/>
            </a:xfrm>
            <a:prstGeom prst="rect">
              <a:avLst/>
            </a:prstGeom>
            <a:noFill/>
            <a:ln>
              <a:noFill/>
            </a:ln>
          </p:spPr>
        </p:pic>
      </p:grpSp>
      <p:grpSp>
        <p:nvGrpSpPr>
          <p:cNvPr id="118" name="Google Shape;118;p32"/>
          <p:cNvGrpSpPr/>
          <p:nvPr/>
        </p:nvGrpSpPr>
        <p:grpSpPr>
          <a:xfrm>
            <a:off x="94293" y="-600280"/>
            <a:ext cx="8985543" cy="6672301"/>
            <a:chOff x="94293" y="-600280"/>
            <a:chExt cx="8985543" cy="6672301"/>
          </a:xfrm>
        </p:grpSpPr>
        <p:grpSp>
          <p:nvGrpSpPr>
            <p:cNvPr id="119" name="Google Shape;119;p32"/>
            <p:cNvGrpSpPr/>
            <p:nvPr/>
          </p:nvGrpSpPr>
          <p:grpSpPr>
            <a:xfrm>
              <a:off x="7777946" y="4770116"/>
              <a:ext cx="1301890" cy="1301905"/>
              <a:chOff x="6187747" y="3574675"/>
              <a:chExt cx="872990" cy="873000"/>
            </a:xfrm>
          </p:grpSpPr>
          <p:pic>
            <p:nvPicPr>
              <p:cNvPr id="120" name="Google Shape;120;p32"/>
              <p:cNvPicPr preferRelativeResize="0"/>
              <p:nvPr/>
            </p:nvPicPr>
            <p:blipFill rotWithShape="1">
              <a:blip r:embed="rId3">
                <a:alphaModFix/>
              </a:blip>
              <a:srcRect b="0" l="0" r="0" t="0"/>
              <a:stretch/>
            </p:blipFill>
            <p:spPr>
              <a:xfrm>
                <a:off x="6187747" y="3574675"/>
                <a:ext cx="872990" cy="873000"/>
              </a:xfrm>
              <a:prstGeom prst="rect">
                <a:avLst/>
              </a:prstGeom>
              <a:noFill/>
              <a:ln>
                <a:noFill/>
              </a:ln>
            </p:spPr>
          </p:pic>
          <p:sp>
            <p:nvSpPr>
              <p:cNvPr id="121" name="Google Shape;121;p32"/>
              <p:cNvSpPr/>
              <p:nvPr/>
            </p:nvSpPr>
            <p:spPr>
              <a:xfrm>
                <a:off x="6215195" y="3601035"/>
                <a:ext cx="818100" cy="8202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nvGrpSpPr>
            <p:cNvPr id="122" name="Google Shape;122;p32"/>
            <p:cNvGrpSpPr/>
            <p:nvPr/>
          </p:nvGrpSpPr>
          <p:grpSpPr>
            <a:xfrm>
              <a:off x="94293" y="-291389"/>
              <a:ext cx="899442" cy="899452"/>
              <a:chOff x="4819589" y="3574675"/>
              <a:chExt cx="872990" cy="873000"/>
            </a:xfrm>
          </p:grpSpPr>
          <p:pic>
            <p:nvPicPr>
              <p:cNvPr id="123" name="Google Shape;123;p32"/>
              <p:cNvPicPr preferRelativeResize="0"/>
              <p:nvPr/>
            </p:nvPicPr>
            <p:blipFill rotWithShape="1">
              <a:blip r:embed="rId2">
                <a:alphaModFix/>
              </a:blip>
              <a:srcRect b="0" l="0" r="0" t="0"/>
              <a:stretch/>
            </p:blipFill>
            <p:spPr>
              <a:xfrm>
                <a:off x="4819589" y="3574675"/>
                <a:ext cx="872990" cy="873000"/>
              </a:xfrm>
              <a:prstGeom prst="rect">
                <a:avLst/>
              </a:prstGeom>
              <a:noFill/>
              <a:ln>
                <a:noFill/>
              </a:ln>
            </p:spPr>
          </p:pic>
          <p:sp>
            <p:nvSpPr>
              <p:cNvPr id="124" name="Google Shape;124;p32"/>
              <p:cNvSpPr/>
              <p:nvPr/>
            </p:nvSpPr>
            <p:spPr>
              <a:xfrm>
                <a:off x="4845500" y="3600525"/>
                <a:ext cx="821400" cy="821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nvGrpSpPr>
            <p:cNvPr id="125" name="Google Shape;125;p32"/>
            <p:cNvGrpSpPr/>
            <p:nvPr/>
          </p:nvGrpSpPr>
          <p:grpSpPr>
            <a:xfrm>
              <a:off x="7959187" y="-600280"/>
              <a:ext cx="939425" cy="939435"/>
              <a:chOff x="4109629" y="2630250"/>
              <a:chExt cx="872990" cy="873000"/>
            </a:xfrm>
          </p:grpSpPr>
          <p:pic>
            <p:nvPicPr>
              <p:cNvPr id="126" name="Google Shape;126;p32"/>
              <p:cNvPicPr preferRelativeResize="0"/>
              <p:nvPr/>
            </p:nvPicPr>
            <p:blipFill rotWithShape="1">
              <a:blip r:embed="rId4">
                <a:alphaModFix/>
              </a:blip>
              <a:srcRect b="0" l="0" r="0" t="0"/>
              <a:stretch/>
            </p:blipFill>
            <p:spPr>
              <a:xfrm>
                <a:off x="4109629" y="2630250"/>
                <a:ext cx="872990" cy="873000"/>
              </a:xfrm>
              <a:prstGeom prst="rect">
                <a:avLst/>
              </a:prstGeom>
              <a:noFill/>
              <a:ln>
                <a:noFill/>
              </a:ln>
            </p:spPr>
          </p:pic>
          <p:sp>
            <p:nvSpPr>
              <p:cNvPr id="127" name="Google Shape;127;p32"/>
              <p:cNvSpPr/>
              <p:nvPr/>
            </p:nvSpPr>
            <p:spPr>
              <a:xfrm>
                <a:off x="4135475" y="2656100"/>
                <a:ext cx="821400" cy="821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sp>
        <p:nvSpPr>
          <p:cNvPr id="128" name="Google Shape;128;p3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29" name="Google Shape;129;p32"/>
          <p:cNvSpPr txBox="1"/>
          <p:nvPr>
            <p:ph idx="1" type="subTitle"/>
          </p:nvPr>
        </p:nvSpPr>
        <p:spPr>
          <a:xfrm>
            <a:off x="722575" y="1776338"/>
            <a:ext cx="2539800" cy="1055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30" name="Google Shape;130;p32"/>
          <p:cNvSpPr txBox="1"/>
          <p:nvPr>
            <p:ph idx="2" type="subTitle"/>
          </p:nvPr>
        </p:nvSpPr>
        <p:spPr>
          <a:xfrm>
            <a:off x="3303890" y="1776338"/>
            <a:ext cx="2539800" cy="1055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31" name="Google Shape;131;p32"/>
          <p:cNvSpPr txBox="1"/>
          <p:nvPr>
            <p:ph idx="3" type="subTitle"/>
          </p:nvPr>
        </p:nvSpPr>
        <p:spPr>
          <a:xfrm>
            <a:off x="5883593" y="1776338"/>
            <a:ext cx="2540400" cy="1055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32" name="Google Shape;132;p32"/>
          <p:cNvSpPr txBox="1"/>
          <p:nvPr>
            <p:ph idx="4" type="subTitle"/>
          </p:nvPr>
        </p:nvSpPr>
        <p:spPr>
          <a:xfrm>
            <a:off x="722575" y="3496275"/>
            <a:ext cx="2539800" cy="1055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33" name="Google Shape;133;p32"/>
          <p:cNvSpPr txBox="1"/>
          <p:nvPr>
            <p:ph idx="5" type="subTitle"/>
          </p:nvPr>
        </p:nvSpPr>
        <p:spPr>
          <a:xfrm>
            <a:off x="3303890" y="3496275"/>
            <a:ext cx="2539800" cy="1055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34" name="Google Shape;134;p32"/>
          <p:cNvSpPr txBox="1"/>
          <p:nvPr>
            <p:ph idx="6" type="subTitle"/>
          </p:nvPr>
        </p:nvSpPr>
        <p:spPr>
          <a:xfrm>
            <a:off x="5883593" y="3496275"/>
            <a:ext cx="2540400" cy="1055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35" name="Google Shape;135;p32"/>
          <p:cNvSpPr txBox="1"/>
          <p:nvPr>
            <p:ph idx="7" type="subTitle"/>
          </p:nvPr>
        </p:nvSpPr>
        <p:spPr>
          <a:xfrm>
            <a:off x="722575" y="1329725"/>
            <a:ext cx="2539800" cy="442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Michroma"/>
              <a:buNone/>
              <a:defRPr sz="1600">
                <a:solidFill>
                  <a:schemeClr val="dk1"/>
                </a:solidFill>
                <a:latin typeface="Michroma"/>
                <a:ea typeface="Michroma"/>
                <a:cs typeface="Michroma"/>
                <a:sym typeface="Michroma"/>
              </a:defRPr>
            </a:lvl1pPr>
            <a:lvl2pPr lvl="1"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2pPr>
            <a:lvl3pPr lvl="2"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3pPr>
            <a:lvl4pPr lvl="3"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4pPr>
            <a:lvl5pPr lvl="4"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5pPr>
            <a:lvl6pPr lvl="5"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6pPr>
            <a:lvl7pPr lvl="6"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7pPr>
            <a:lvl8pPr lvl="7"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8pPr>
            <a:lvl9pPr lvl="8"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9pPr>
          </a:lstStyle>
          <a:p/>
        </p:txBody>
      </p:sp>
      <p:sp>
        <p:nvSpPr>
          <p:cNvPr id="136" name="Google Shape;136;p32"/>
          <p:cNvSpPr txBox="1"/>
          <p:nvPr>
            <p:ph idx="8" type="subTitle"/>
          </p:nvPr>
        </p:nvSpPr>
        <p:spPr>
          <a:xfrm>
            <a:off x="3303892" y="1329725"/>
            <a:ext cx="2539800" cy="442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Michroma"/>
              <a:buNone/>
              <a:defRPr sz="1600">
                <a:solidFill>
                  <a:schemeClr val="dk1"/>
                </a:solidFill>
                <a:latin typeface="Michroma"/>
                <a:ea typeface="Michroma"/>
                <a:cs typeface="Michroma"/>
                <a:sym typeface="Michroma"/>
              </a:defRPr>
            </a:lvl1pPr>
            <a:lvl2pPr lvl="1"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2pPr>
            <a:lvl3pPr lvl="2"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3pPr>
            <a:lvl4pPr lvl="3"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4pPr>
            <a:lvl5pPr lvl="4"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5pPr>
            <a:lvl6pPr lvl="5"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6pPr>
            <a:lvl7pPr lvl="6"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7pPr>
            <a:lvl8pPr lvl="7"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8pPr>
            <a:lvl9pPr lvl="8"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9pPr>
          </a:lstStyle>
          <a:p/>
        </p:txBody>
      </p:sp>
      <p:sp>
        <p:nvSpPr>
          <p:cNvPr id="137" name="Google Shape;137;p32"/>
          <p:cNvSpPr txBox="1"/>
          <p:nvPr>
            <p:ph idx="9" type="subTitle"/>
          </p:nvPr>
        </p:nvSpPr>
        <p:spPr>
          <a:xfrm>
            <a:off x="5883598" y="1329725"/>
            <a:ext cx="2540400" cy="442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Michroma"/>
              <a:buNone/>
              <a:defRPr sz="1600">
                <a:solidFill>
                  <a:schemeClr val="dk1"/>
                </a:solidFill>
                <a:latin typeface="Michroma"/>
                <a:ea typeface="Michroma"/>
                <a:cs typeface="Michroma"/>
                <a:sym typeface="Michroma"/>
              </a:defRPr>
            </a:lvl1pPr>
            <a:lvl2pPr lvl="1"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2pPr>
            <a:lvl3pPr lvl="2"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3pPr>
            <a:lvl4pPr lvl="3"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4pPr>
            <a:lvl5pPr lvl="4"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5pPr>
            <a:lvl6pPr lvl="5"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6pPr>
            <a:lvl7pPr lvl="6"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7pPr>
            <a:lvl8pPr lvl="7"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8pPr>
            <a:lvl9pPr lvl="8"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9pPr>
          </a:lstStyle>
          <a:p/>
        </p:txBody>
      </p:sp>
      <p:sp>
        <p:nvSpPr>
          <p:cNvPr id="138" name="Google Shape;138;p32"/>
          <p:cNvSpPr txBox="1"/>
          <p:nvPr>
            <p:ph idx="13" type="subTitle"/>
          </p:nvPr>
        </p:nvSpPr>
        <p:spPr>
          <a:xfrm>
            <a:off x="722575" y="3064125"/>
            <a:ext cx="2539800" cy="442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Michroma"/>
              <a:buNone/>
              <a:defRPr sz="1600">
                <a:solidFill>
                  <a:schemeClr val="dk1"/>
                </a:solidFill>
                <a:latin typeface="Michroma"/>
                <a:ea typeface="Michroma"/>
                <a:cs typeface="Michroma"/>
                <a:sym typeface="Michroma"/>
              </a:defRPr>
            </a:lvl1pPr>
            <a:lvl2pPr lvl="1"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2pPr>
            <a:lvl3pPr lvl="2"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3pPr>
            <a:lvl4pPr lvl="3"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4pPr>
            <a:lvl5pPr lvl="4"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5pPr>
            <a:lvl6pPr lvl="5"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6pPr>
            <a:lvl7pPr lvl="6"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7pPr>
            <a:lvl8pPr lvl="7"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8pPr>
            <a:lvl9pPr lvl="8"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9pPr>
          </a:lstStyle>
          <a:p/>
        </p:txBody>
      </p:sp>
      <p:sp>
        <p:nvSpPr>
          <p:cNvPr id="139" name="Google Shape;139;p32"/>
          <p:cNvSpPr txBox="1"/>
          <p:nvPr>
            <p:ph idx="14" type="subTitle"/>
          </p:nvPr>
        </p:nvSpPr>
        <p:spPr>
          <a:xfrm>
            <a:off x="3302572" y="3064125"/>
            <a:ext cx="2539800" cy="442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Michroma"/>
              <a:buNone/>
              <a:defRPr sz="1600">
                <a:solidFill>
                  <a:schemeClr val="dk1"/>
                </a:solidFill>
                <a:latin typeface="Michroma"/>
                <a:ea typeface="Michroma"/>
                <a:cs typeface="Michroma"/>
                <a:sym typeface="Michroma"/>
              </a:defRPr>
            </a:lvl1pPr>
            <a:lvl2pPr lvl="1"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2pPr>
            <a:lvl3pPr lvl="2"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3pPr>
            <a:lvl4pPr lvl="3"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4pPr>
            <a:lvl5pPr lvl="4"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5pPr>
            <a:lvl6pPr lvl="5"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6pPr>
            <a:lvl7pPr lvl="6"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7pPr>
            <a:lvl8pPr lvl="7"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8pPr>
            <a:lvl9pPr lvl="8"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9pPr>
          </a:lstStyle>
          <a:p/>
        </p:txBody>
      </p:sp>
      <p:sp>
        <p:nvSpPr>
          <p:cNvPr id="140" name="Google Shape;140;p32"/>
          <p:cNvSpPr txBox="1"/>
          <p:nvPr>
            <p:ph idx="15" type="subTitle"/>
          </p:nvPr>
        </p:nvSpPr>
        <p:spPr>
          <a:xfrm>
            <a:off x="5883901" y="3064125"/>
            <a:ext cx="2539800" cy="442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Michroma"/>
              <a:buNone/>
              <a:defRPr sz="1600">
                <a:solidFill>
                  <a:schemeClr val="dk1"/>
                </a:solidFill>
                <a:latin typeface="Michroma"/>
                <a:ea typeface="Michroma"/>
                <a:cs typeface="Michroma"/>
                <a:sym typeface="Michroma"/>
              </a:defRPr>
            </a:lvl1pPr>
            <a:lvl2pPr lvl="1"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2pPr>
            <a:lvl3pPr lvl="2"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3pPr>
            <a:lvl4pPr lvl="3"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4pPr>
            <a:lvl5pPr lvl="4"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5pPr>
            <a:lvl6pPr lvl="5"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6pPr>
            <a:lvl7pPr lvl="6"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7pPr>
            <a:lvl8pPr lvl="7"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8pPr>
            <a:lvl9pPr lvl="8" algn="ctr">
              <a:lnSpc>
                <a:spcPct val="100000"/>
              </a:lnSpc>
              <a:spcBef>
                <a:spcPts val="0"/>
              </a:spcBef>
              <a:spcAft>
                <a:spcPts val="0"/>
              </a:spcAft>
              <a:buClr>
                <a:schemeClr val="dk1"/>
              </a:buClr>
              <a:buSzPts val="2400"/>
              <a:buFont typeface="Michroma"/>
              <a:buNone/>
              <a:defRPr sz="2400">
                <a:solidFill>
                  <a:schemeClr val="dk1"/>
                </a:solidFill>
                <a:latin typeface="Michroma"/>
                <a:ea typeface="Michroma"/>
                <a:cs typeface="Michroma"/>
                <a:sym typeface="Michroma"/>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1" name="Shape 141"/>
        <p:cNvGrpSpPr/>
        <p:nvPr/>
      </p:nvGrpSpPr>
      <p:grpSpPr>
        <a:xfrm>
          <a:off x="0" y="0"/>
          <a:ext cx="0" cy="0"/>
          <a:chOff x="0" y="0"/>
          <a:chExt cx="0" cy="0"/>
        </a:xfrm>
      </p:grpSpPr>
      <p:grpSp>
        <p:nvGrpSpPr>
          <p:cNvPr id="142" name="Google Shape;142;p33"/>
          <p:cNvGrpSpPr/>
          <p:nvPr/>
        </p:nvGrpSpPr>
        <p:grpSpPr>
          <a:xfrm>
            <a:off x="170874" y="-715500"/>
            <a:ext cx="10151482" cy="6684075"/>
            <a:chOff x="170874" y="-715500"/>
            <a:chExt cx="10151482" cy="6684075"/>
          </a:xfrm>
        </p:grpSpPr>
        <p:pic>
          <p:nvPicPr>
            <p:cNvPr id="143" name="Google Shape;143;p33"/>
            <p:cNvPicPr preferRelativeResize="0"/>
            <p:nvPr/>
          </p:nvPicPr>
          <p:blipFill rotWithShape="1">
            <a:blip r:embed="rId2">
              <a:alphaModFix/>
            </a:blip>
            <a:srcRect b="3410" l="3400" r="3410" t="3400"/>
            <a:stretch/>
          </p:blipFill>
          <p:spPr>
            <a:xfrm>
              <a:off x="170874" y="3916575"/>
              <a:ext cx="2052000" cy="2052000"/>
            </a:xfrm>
            <a:prstGeom prst="ellipse">
              <a:avLst/>
            </a:prstGeom>
            <a:noFill/>
            <a:ln>
              <a:noFill/>
            </a:ln>
          </p:spPr>
        </p:pic>
        <p:pic>
          <p:nvPicPr>
            <p:cNvPr id="144" name="Google Shape;144;p33"/>
            <p:cNvPicPr preferRelativeResize="0"/>
            <p:nvPr/>
          </p:nvPicPr>
          <p:blipFill rotWithShape="1">
            <a:blip r:embed="rId3">
              <a:alphaModFix/>
            </a:blip>
            <a:srcRect b="0" l="0" r="0" t="0"/>
            <a:stretch/>
          </p:blipFill>
          <p:spPr>
            <a:xfrm>
              <a:off x="1384763" y="-715500"/>
              <a:ext cx="1945575" cy="1945600"/>
            </a:xfrm>
            <a:prstGeom prst="rect">
              <a:avLst/>
            </a:prstGeom>
            <a:noFill/>
            <a:ln>
              <a:noFill/>
            </a:ln>
          </p:spPr>
        </p:pic>
        <p:pic>
          <p:nvPicPr>
            <p:cNvPr id="145" name="Google Shape;145;p33"/>
            <p:cNvPicPr preferRelativeResize="0"/>
            <p:nvPr/>
          </p:nvPicPr>
          <p:blipFill rotWithShape="1">
            <a:blip r:embed="rId4">
              <a:alphaModFix/>
            </a:blip>
            <a:srcRect b="0" l="0" r="0" t="0"/>
            <a:stretch/>
          </p:blipFill>
          <p:spPr>
            <a:xfrm>
              <a:off x="8161206" y="2296491"/>
              <a:ext cx="2161150" cy="2161150"/>
            </a:xfrm>
            <a:prstGeom prst="rect">
              <a:avLst/>
            </a:prstGeom>
            <a:noFill/>
            <a:ln>
              <a:noFill/>
            </a:ln>
          </p:spPr>
        </p:pic>
      </p:grpSp>
      <p:grpSp>
        <p:nvGrpSpPr>
          <p:cNvPr id="146" name="Google Shape;146;p33"/>
          <p:cNvGrpSpPr/>
          <p:nvPr/>
        </p:nvGrpSpPr>
        <p:grpSpPr>
          <a:xfrm>
            <a:off x="715094" y="-1582418"/>
            <a:ext cx="8300267" cy="6563815"/>
            <a:chOff x="715094" y="-1582418"/>
            <a:chExt cx="8300267" cy="6563815"/>
          </a:xfrm>
        </p:grpSpPr>
        <p:grpSp>
          <p:nvGrpSpPr>
            <p:cNvPr id="147" name="Google Shape;147;p33"/>
            <p:cNvGrpSpPr/>
            <p:nvPr/>
          </p:nvGrpSpPr>
          <p:grpSpPr>
            <a:xfrm>
              <a:off x="715094" y="268500"/>
              <a:ext cx="1224107" cy="1224208"/>
              <a:chOff x="4109629" y="2630250"/>
              <a:chExt cx="872990" cy="873000"/>
            </a:xfrm>
          </p:grpSpPr>
          <p:pic>
            <p:nvPicPr>
              <p:cNvPr id="148" name="Google Shape;148;p33"/>
              <p:cNvPicPr preferRelativeResize="0"/>
              <p:nvPr/>
            </p:nvPicPr>
            <p:blipFill rotWithShape="1">
              <a:blip r:embed="rId3">
                <a:alphaModFix/>
              </a:blip>
              <a:srcRect b="0" l="0" r="0" t="0"/>
              <a:stretch/>
            </p:blipFill>
            <p:spPr>
              <a:xfrm>
                <a:off x="4109629" y="2630250"/>
                <a:ext cx="872990" cy="873000"/>
              </a:xfrm>
              <a:prstGeom prst="rect">
                <a:avLst/>
              </a:prstGeom>
              <a:noFill/>
              <a:ln>
                <a:noFill/>
              </a:ln>
            </p:spPr>
          </p:pic>
          <p:sp>
            <p:nvSpPr>
              <p:cNvPr id="149" name="Google Shape;149;p33"/>
              <p:cNvSpPr/>
              <p:nvPr/>
            </p:nvSpPr>
            <p:spPr>
              <a:xfrm>
                <a:off x="4135475" y="2656100"/>
                <a:ext cx="821400" cy="821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nvGrpSpPr>
            <p:cNvPr id="150" name="Google Shape;150;p33"/>
            <p:cNvGrpSpPr/>
            <p:nvPr/>
          </p:nvGrpSpPr>
          <p:grpSpPr>
            <a:xfrm>
              <a:off x="7566198" y="3532217"/>
              <a:ext cx="1449163" cy="1449180"/>
              <a:chOff x="4819589" y="3574675"/>
              <a:chExt cx="872990" cy="873000"/>
            </a:xfrm>
          </p:grpSpPr>
          <p:pic>
            <p:nvPicPr>
              <p:cNvPr id="151" name="Google Shape;151;p33"/>
              <p:cNvPicPr preferRelativeResize="0"/>
              <p:nvPr/>
            </p:nvPicPr>
            <p:blipFill rotWithShape="1">
              <a:blip r:embed="rId4">
                <a:alphaModFix/>
              </a:blip>
              <a:srcRect b="0" l="0" r="0" t="0"/>
              <a:stretch/>
            </p:blipFill>
            <p:spPr>
              <a:xfrm>
                <a:off x="4819589" y="3574675"/>
                <a:ext cx="872990" cy="873000"/>
              </a:xfrm>
              <a:prstGeom prst="rect">
                <a:avLst/>
              </a:prstGeom>
              <a:noFill/>
              <a:ln>
                <a:noFill/>
              </a:ln>
            </p:spPr>
          </p:pic>
          <p:sp>
            <p:nvSpPr>
              <p:cNvPr id="152" name="Google Shape;152;p33"/>
              <p:cNvSpPr/>
              <p:nvPr/>
            </p:nvSpPr>
            <p:spPr>
              <a:xfrm>
                <a:off x="4845500" y="3600525"/>
                <a:ext cx="821400" cy="821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nvGrpSpPr>
            <p:cNvPr id="153" name="Google Shape;153;p33"/>
            <p:cNvGrpSpPr/>
            <p:nvPr/>
          </p:nvGrpSpPr>
          <p:grpSpPr>
            <a:xfrm>
              <a:off x="1566586" y="3854307"/>
              <a:ext cx="1095702" cy="1095702"/>
              <a:chOff x="3451421" y="3574675"/>
              <a:chExt cx="873000" cy="873000"/>
            </a:xfrm>
          </p:grpSpPr>
          <p:pic>
            <p:nvPicPr>
              <p:cNvPr id="154" name="Google Shape;154;p33"/>
              <p:cNvPicPr preferRelativeResize="0"/>
              <p:nvPr/>
            </p:nvPicPr>
            <p:blipFill rotWithShape="1">
              <a:blip r:embed="rId2">
                <a:alphaModFix/>
              </a:blip>
              <a:srcRect b="3410" l="3400" r="3410" t="3400"/>
              <a:stretch/>
            </p:blipFill>
            <p:spPr>
              <a:xfrm>
                <a:off x="3451421" y="3574675"/>
                <a:ext cx="873000" cy="873000"/>
              </a:xfrm>
              <a:prstGeom prst="ellipse">
                <a:avLst/>
              </a:prstGeom>
              <a:noFill/>
              <a:ln>
                <a:noFill/>
              </a:ln>
            </p:spPr>
          </p:pic>
          <p:sp>
            <p:nvSpPr>
              <p:cNvPr id="155" name="Google Shape;155;p33"/>
              <p:cNvSpPr/>
              <p:nvPr/>
            </p:nvSpPr>
            <p:spPr>
              <a:xfrm>
                <a:off x="3466288" y="3589525"/>
                <a:ext cx="843300" cy="8433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nvGrpSpPr>
            <p:cNvPr id="156" name="Google Shape;156;p33"/>
            <p:cNvGrpSpPr/>
            <p:nvPr/>
          </p:nvGrpSpPr>
          <p:grpSpPr>
            <a:xfrm>
              <a:off x="5896317" y="-1582418"/>
              <a:ext cx="2022741" cy="2022741"/>
              <a:chOff x="5514717" y="2630250"/>
              <a:chExt cx="873000" cy="873000"/>
            </a:xfrm>
          </p:grpSpPr>
          <p:pic>
            <p:nvPicPr>
              <p:cNvPr id="157" name="Google Shape;157;p33"/>
              <p:cNvPicPr preferRelativeResize="0"/>
              <p:nvPr/>
            </p:nvPicPr>
            <p:blipFill rotWithShape="1">
              <a:blip r:embed="rId5">
                <a:alphaModFix/>
              </a:blip>
              <a:srcRect b="2606" l="2605" r="2606" t="2605"/>
              <a:stretch/>
            </p:blipFill>
            <p:spPr>
              <a:xfrm>
                <a:off x="5514717" y="2630250"/>
                <a:ext cx="873000" cy="873000"/>
              </a:xfrm>
              <a:prstGeom prst="ellipse">
                <a:avLst/>
              </a:prstGeom>
              <a:noFill/>
              <a:ln>
                <a:noFill/>
              </a:ln>
            </p:spPr>
          </p:pic>
          <p:sp>
            <p:nvSpPr>
              <p:cNvPr id="158" name="Google Shape;158;p33"/>
              <p:cNvSpPr/>
              <p:nvPr/>
            </p:nvSpPr>
            <p:spPr>
              <a:xfrm>
                <a:off x="5522554" y="2638048"/>
                <a:ext cx="857400" cy="857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sp>
        <p:nvSpPr>
          <p:cNvPr id="159" name="Google Shape;159;p33"/>
          <p:cNvSpPr txBox="1"/>
          <p:nvPr>
            <p:ph hasCustomPrompt="1" type="title"/>
          </p:nvPr>
        </p:nvSpPr>
        <p:spPr>
          <a:xfrm>
            <a:off x="901250" y="1791300"/>
            <a:ext cx="7341600" cy="1156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9600"/>
              <a:buNone/>
              <a:defRPr sz="6000">
                <a:solidFill>
                  <a:schemeClr val="dk2"/>
                </a:solidFill>
              </a:defRPr>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160" name="Google Shape;160;p33"/>
          <p:cNvSpPr txBox="1"/>
          <p:nvPr>
            <p:ph idx="1" type="subTitle"/>
          </p:nvPr>
        </p:nvSpPr>
        <p:spPr>
          <a:xfrm>
            <a:off x="901250" y="2947800"/>
            <a:ext cx="7341600" cy="404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1" name="Shape 161"/>
        <p:cNvGrpSpPr/>
        <p:nvPr/>
      </p:nvGrpSpPr>
      <p:grpSpPr>
        <a:xfrm>
          <a:off x="0" y="0"/>
          <a:ext cx="0" cy="0"/>
          <a:chOff x="0" y="0"/>
          <a:chExt cx="0" cy="0"/>
        </a:xfrm>
      </p:grpSpPr>
      <p:sp>
        <p:nvSpPr>
          <p:cNvPr id="162" name="Google Shape;162;p3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163" name="Google Shape;163;p34"/>
          <p:cNvGrpSpPr/>
          <p:nvPr/>
        </p:nvGrpSpPr>
        <p:grpSpPr>
          <a:xfrm>
            <a:off x="-383750" y="240891"/>
            <a:ext cx="9785336" cy="4758159"/>
            <a:chOff x="-383750" y="240891"/>
            <a:chExt cx="9785336" cy="4758159"/>
          </a:xfrm>
        </p:grpSpPr>
        <p:pic>
          <p:nvPicPr>
            <p:cNvPr id="164" name="Google Shape;164;p34"/>
            <p:cNvPicPr preferRelativeResize="0"/>
            <p:nvPr/>
          </p:nvPicPr>
          <p:blipFill rotWithShape="1">
            <a:blip r:embed="rId2">
              <a:alphaModFix/>
            </a:blip>
            <a:srcRect b="0" l="0" r="0" t="0"/>
            <a:stretch/>
          </p:blipFill>
          <p:spPr>
            <a:xfrm>
              <a:off x="8514126" y="4111575"/>
              <a:ext cx="887460" cy="887475"/>
            </a:xfrm>
            <a:prstGeom prst="rect">
              <a:avLst/>
            </a:prstGeom>
            <a:noFill/>
            <a:ln>
              <a:noFill/>
            </a:ln>
          </p:spPr>
        </p:pic>
        <p:pic>
          <p:nvPicPr>
            <p:cNvPr id="165" name="Google Shape;165;p34"/>
            <p:cNvPicPr preferRelativeResize="0"/>
            <p:nvPr/>
          </p:nvPicPr>
          <p:blipFill rotWithShape="1">
            <a:blip r:embed="rId3">
              <a:alphaModFix/>
            </a:blip>
            <a:srcRect b="0" l="0" r="0" t="0"/>
            <a:stretch/>
          </p:blipFill>
          <p:spPr>
            <a:xfrm>
              <a:off x="-383750" y="240891"/>
              <a:ext cx="980925" cy="980960"/>
            </a:xfrm>
            <a:prstGeom prst="rect">
              <a:avLst/>
            </a:prstGeom>
            <a:noFill/>
            <a:ln>
              <a:noFill/>
            </a:ln>
          </p:spPr>
        </p:pic>
      </p:grpSp>
      <p:grpSp>
        <p:nvGrpSpPr>
          <p:cNvPr id="166" name="Google Shape;166;p34"/>
          <p:cNvGrpSpPr/>
          <p:nvPr/>
        </p:nvGrpSpPr>
        <p:grpSpPr>
          <a:xfrm>
            <a:off x="8614564" y="3051689"/>
            <a:ext cx="1556803" cy="1556821"/>
            <a:chOff x="4109629" y="2630250"/>
            <a:chExt cx="872990" cy="873000"/>
          </a:xfrm>
        </p:grpSpPr>
        <p:pic>
          <p:nvPicPr>
            <p:cNvPr id="167" name="Google Shape;167;p34"/>
            <p:cNvPicPr preferRelativeResize="0"/>
            <p:nvPr/>
          </p:nvPicPr>
          <p:blipFill rotWithShape="1">
            <a:blip r:embed="rId3">
              <a:alphaModFix/>
            </a:blip>
            <a:srcRect b="0" l="0" r="0" t="0"/>
            <a:stretch/>
          </p:blipFill>
          <p:spPr>
            <a:xfrm>
              <a:off x="4109629" y="2630250"/>
              <a:ext cx="872990" cy="873000"/>
            </a:xfrm>
            <a:prstGeom prst="rect">
              <a:avLst/>
            </a:prstGeom>
            <a:noFill/>
            <a:ln>
              <a:noFill/>
            </a:ln>
          </p:spPr>
        </p:pic>
        <p:sp>
          <p:nvSpPr>
            <p:cNvPr id="168" name="Google Shape;168;p34"/>
            <p:cNvSpPr/>
            <p:nvPr/>
          </p:nvSpPr>
          <p:spPr>
            <a:xfrm>
              <a:off x="4128845" y="2649466"/>
              <a:ext cx="834600" cy="834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69" name="Shape 169"/>
        <p:cNvGrpSpPr/>
        <p:nvPr/>
      </p:nvGrpSpPr>
      <p:grpSpPr>
        <a:xfrm>
          <a:off x="0" y="0"/>
          <a:ext cx="0" cy="0"/>
          <a:chOff x="0" y="0"/>
          <a:chExt cx="0" cy="0"/>
        </a:xfrm>
      </p:grpSpPr>
      <p:sp>
        <p:nvSpPr>
          <p:cNvPr id="170" name="Google Shape;170;p3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171" name="Google Shape;171;p35"/>
          <p:cNvGrpSpPr/>
          <p:nvPr/>
        </p:nvGrpSpPr>
        <p:grpSpPr>
          <a:xfrm>
            <a:off x="-803525" y="-213113"/>
            <a:ext cx="10650409" cy="5242413"/>
            <a:chOff x="-803525" y="-213113"/>
            <a:chExt cx="10650409" cy="5242413"/>
          </a:xfrm>
        </p:grpSpPr>
        <p:pic>
          <p:nvPicPr>
            <p:cNvPr id="172" name="Google Shape;172;p35"/>
            <p:cNvPicPr preferRelativeResize="0"/>
            <p:nvPr/>
          </p:nvPicPr>
          <p:blipFill rotWithShape="1">
            <a:blip r:embed="rId2">
              <a:alphaModFix/>
            </a:blip>
            <a:srcRect b="0" l="0" r="0" t="0"/>
            <a:stretch/>
          </p:blipFill>
          <p:spPr>
            <a:xfrm>
              <a:off x="98804" y="3336075"/>
              <a:ext cx="491520" cy="491520"/>
            </a:xfrm>
            <a:prstGeom prst="rect">
              <a:avLst/>
            </a:prstGeom>
            <a:noFill/>
            <a:ln>
              <a:noFill/>
            </a:ln>
          </p:spPr>
        </p:pic>
        <p:pic>
          <p:nvPicPr>
            <p:cNvPr id="173" name="Google Shape;173;p35"/>
            <p:cNvPicPr preferRelativeResize="0"/>
            <p:nvPr/>
          </p:nvPicPr>
          <p:blipFill rotWithShape="1">
            <a:blip r:embed="rId3">
              <a:alphaModFix/>
            </a:blip>
            <a:srcRect b="0" l="0" r="0" t="0"/>
            <a:stretch/>
          </p:blipFill>
          <p:spPr>
            <a:xfrm>
              <a:off x="-803525" y="3635457"/>
              <a:ext cx="1393850" cy="1393843"/>
            </a:xfrm>
            <a:prstGeom prst="rect">
              <a:avLst/>
            </a:prstGeom>
            <a:noFill/>
            <a:ln>
              <a:noFill/>
            </a:ln>
          </p:spPr>
        </p:pic>
        <p:pic>
          <p:nvPicPr>
            <p:cNvPr id="174" name="Google Shape;174;p35"/>
            <p:cNvPicPr preferRelativeResize="0"/>
            <p:nvPr/>
          </p:nvPicPr>
          <p:blipFill rotWithShape="1">
            <a:blip r:embed="rId4">
              <a:alphaModFix/>
            </a:blip>
            <a:srcRect b="3410" l="3400" r="3410" t="3400"/>
            <a:stretch/>
          </p:blipFill>
          <p:spPr>
            <a:xfrm>
              <a:off x="8473784" y="-213113"/>
              <a:ext cx="1373100" cy="1373100"/>
            </a:xfrm>
            <a:prstGeom prst="ellipse">
              <a:avLst/>
            </a:prstGeom>
            <a:noFill/>
            <a:ln>
              <a:noFill/>
            </a:ln>
          </p:spPr>
        </p:pic>
      </p:grpSp>
      <p:grpSp>
        <p:nvGrpSpPr>
          <p:cNvPr id="175" name="Google Shape;175;p35"/>
          <p:cNvGrpSpPr/>
          <p:nvPr/>
        </p:nvGrpSpPr>
        <p:grpSpPr>
          <a:xfrm>
            <a:off x="8064241" y="-284279"/>
            <a:ext cx="729304" cy="729304"/>
            <a:chOff x="3451421" y="3574675"/>
            <a:chExt cx="873000" cy="873000"/>
          </a:xfrm>
        </p:grpSpPr>
        <p:pic>
          <p:nvPicPr>
            <p:cNvPr id="176" name="Google Shape;176;p35"/>
            <p:cNvPicPr preferRelativeResize="0"/>
            <p:nvPr/>
          </p:nvPicPr>
          <p:blipFill rotWithShape="1">
            <a:blip r:embed="rId4">
              <a:alphaModFix/>
            </a:blip>
            <a:srcRect b="3410" l="3400" r="3410" t="3400"/>
            <a:stretch/>
          </p:blipFill>
          <p:spPr>
            <a:xfrm>
              <a:off x="3451421" y="3574675"/>
              <a:ext cx="873000" cy="873000"/>
            </a:xfrm>
            <a:prstGeom prst="ellipse">
              <a:avLst/>
            </a:prstGeom>
            <a:noFill/>
            <a:ln>
              <a:noFill/>
            </a:ln>
          </p:spPr>
        </p:pic>
        <p:sp>
          <p:nvSpPr>
            <p:cNvPr id="177" name="Google Shape;177;p35"/>
            <p:cNvSpPr/>
            <p:nvPr/>
          </p:nvSpPr>
          <p:spPr>
            <a:xfrm>
              <a:off x="3466288" y="3589525"/>
              <a:ext cx="843300" cy="8433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
    <p:spTree>
      <p:nvGrpSpPr>
        <p:cNvPr id="178" name="Shape 178"/>
        <p:cNvGrpSpPr/>
        <p:nvPr/>
      </p:nvGrpSpPr>
      <p:grpSpPr>
        <a:xfrm>
          <a:off x="0" y="0"/>
          <a:ext cx="0" cy="0"/>
          <a:chOff x="0" y="0"/>
          <a:chExt cx="0" cy="0"/>
        </a:xfrm>
      </p:grpSpPr>
      <p:sp>
        <p:nvSpPr>
          <p:cNvPr id="179" name="Google Shape;179;p36"/>
          <p:cNvSpPr txBox="1"/>
          <p:nvPr>
            <p:ph idx="1" type="subTitle"/>
          </p:nvPr>
        </p:nvSpPr>
        <p:spPr>
          <a:xfrm>
            <a:off x="3805400" y="1936600"/>
            <a:ext cx="4605600" cy="73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80" name="Google Shape;180;p36"/>
          <p:cNvSpPr txBox="1"/>
          <p:nvPr>
            <p:ph type="title"/>
          </p:nvPr>
        </p:nvSpPr>
        <p:spPr>
          <a:xfrm>
            <a:off x="3805400" y="924400"/>
            <a:ext cx="4605600" cy="1012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28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81" name="Google Shape;181;p36"/>
          <p:cNvSpPr/>
          <p:nvPr>
            <p:ph idx="2" type="pic"/>
          </p:nvPr>
        </p:nvSpPr>
        <p:spPr>
          <a:xfrm>
            <a:off x="-6100" y="-3200"/>
            <a:ext cx="3558000" cy="5143500"/>
          </a:xfrm>
          <a:prstGeom prst="rect">
            <a:avLst/>
          </a:prstGeom>
          <a:noFill/>
          <a:ln>
            <a:noFill/>
          </a:ln>
        </p:spPr>
      </p:sp>
      <p:sp>
        <p:nvSpPr>
          <p:cNvPr id="182" name="Google Shape;182;p36"/>
          <p:cNvSpPr/>
          <p:nvPr>
            <p:ph idx="3" type="pic"/>
          </p:nvPr>
        </p:nvSpPr>
        <p:spPr>
          <a:xfrm>
            <a:off x="5592075" y="2920725"/>
            <a:ext cx="3462000" cy="2219700"/>
          </a:xfrm>
          <a:prstGeom prst="rect">
            <a:avLst/>
          </a:prstGeom>
          <a:noFill/>
          <a:ln>
            <a:noFill/>
          </a:ln>
        </p:spPr>
      </p:sp>
      <p:sp>
        <p:nvSpPr>
          <p:cNvPr id="183" name="Google Shape;183;p36"/>
          <p:cNvSpPr/>
          <p:nvPr>
            <p:ph idx="4" type="pic"/>
          </p:nvPr>
        </p:nvSpPr>
        <p:spPr>
          <a:xfrm>
            <a:off x="3661325" y="2920725"/>
            <a:ext cx="1821300" cy="2219700"/>
          </a:xfrm>
          <a:prstGeom prst="rect">
            <a:avLst/>
          </a:prstGeom>
          <a:noFill/>
          <a:ln>
            <a:noFill/>
          </a:ln>
        </p:spPr>
      </p:sp>
      <p:pic>
        <p:nvPicPr>
          <p:cNvPr id="184" name="Google Shape;184;p36"/>
          <p:cNvPicPr preferRelativeResize="0"/>
          <p:nvPr/>
        </p:nvPicPr>
        <p:blipFill rotWithShape="1">
          <a:blip r:embed="rId2">
            <a:alphaModFix/>
          </a:blip>
          <a:srcRect b="0" l="0" r="0" t="0"/>
          <a:stretch/>
        </p:blipFill>
        <p:spPr>
          <a:xfrm>
            <a:off x="7365888" y="-908150"/>
            <a:ext cx="1945575" cy="1945600"/>
          </a:xfrm>
          <a:prstGeom prst="rect">
            <a:avLst/>
          </a:prstGeom>
          <a:noFill/>
          <a:ln>
            <a:noFill/>
          </a:ln>
        </p:spPr>
      </p:pic>
      <p:grpSp>
        <p:nvGrpSpPr>
          <p:cNvPr id="185" name="Google Shape;185;p36"/>
          <p:cNvGrpSpPr/>
          <p:nvPr/>
        </p:nvGrpSpPr>
        <p:grpSpPr>
          <a:xfrm>
            <a:off x="3815054" y="-1054818"/>
            <a:ext cx="5832597" cy="3043626"/>
            <a:chOff x="3815054" y="-1054818"/>
            <a:chExt cx="5832597" cy="3043626"/>
          </a:xfrm>
        </p:grpSpPr>
        <p:grpSp>
          <p:nvGrpSpPr>
            <p:cNvPr id="186" name="Google Shape;186;p36"/>
            <p:cNvGrpSpPr/>
            <p:nvPr/>
          </p:nvGrpSpPr>
          <p:grpSpPr>
            <a:xfrm rot="10800000">
              <a:off x="8423544" y="764600"/>
              <a:ext cx="1224107" cy="1224208"/>
              <a:chOff x="4109629" y="2630250"/>
              <a:chExt cx="872990" cy="873000"/>
            </a:xfrm>
          </p:grpSpPr>
          <p:pic>
            <p:nvPicPr>
              <p:cNvPr id="187" name="Google Shape;187;p36"/>
              <p:cNvPicPr preferRelativeResize="0"/>
              <p:nvPr/>
            </p:nvPicPr>
            <p:blipFill rotWithShape="1">
              <a:blip r:embed="rId2">
                <a:alphaModFix/>
              </a:blip>
              <a:srcRect b="0" l="0" r="0" t="0"/>
              <a:stretch/>
            </p:blipFill>
            <p:spPr>
              <a:xfrm>
                <a:off x="4109629" y="2630250"/>
                <a:ext cx="872990" cy="873000"/>
              </a:xfrm>
              <a:prstGeom prst="rect">
                <a:avLst/>
              </a:prstGeom>
              <a:noFill/>
              <a:ln>
                <a:noFill/>
              </a:ln>
            </p:spPr>
          </p:pic>
          <p:sp>
            <p:nvSpPr>
              <p:cNvPr id="188" name="Google Shape;188;p36"/>
              <p:cNvSpPr/>
              <p:nvPr/>
            </p:nvSpPr>
            <p:spPr>
              <a:xfrm>
                <a:off x="4135475" y="2656100"/>
                <a:ext cx="821400" cy="821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nvGrpSpPr>
            <p:cNvPr id="189" name="Google Shape;189;p36"/>
            <p:cNvGrpSpPr/>
            <p:nvPr/>
          </p:nvGrpSpPr>
          <p:grpSpPr>
            <a:xfrm>
              <a:off x="3815054" y="-1054818"/>
              <a:ext cx="1513869" cy="1513869"/>
              <a:chOff x="5514717" y="2630250"/>
              <a:chExt cx="873000" cy="873000"/>
            </a:xfrm>
          </p:grpSpPr>
          <p:pic>
            <p:nvPicPr>
              <p:cNvPr id="190" name="Google Shape;190;p36"/>
              <p:cNvPicPr preferRelativeResize="0"/>
              <p:nvPr/>
            </p:nvPicPr>
            <p:blipFill rotWithShape="1">
              <a:blip r:embed="rId3">
                <a:alphaModFix/>
              </a:blip>
              <a:srcRect b="2606" l="2605" r="2606" t="2605"/>
              <a:stretch/>
            </p:blipFill>
            <p:spPr>
              <a:xfrm>
                <a:off x="5514717" y="2630250"/>
                <a:ext cx="873000" cy="873000"/>
              </a:xfrm>
              <a:prstGeom prst="ellipse">
                <a:avLst/>
              </a:prstGeom>
              <a:noFill/>
              <a:ln>
                <a:noFill/>
              </a:ln>
            </p:spPr>
          </p:pic>
          <p:sp>
            <p:nvSpPr>
              <p:cNvPr id="191" name="Google Shape;191;p36"/>
              <p:cNvSpPr/>
              <p:nvPr/>
            </p:nvSpPr>
            <p:spPr>
              <a:xfrm>
                <a:off x="5522554" y="2638048"/>
                <a:ext cx="857400" cy="857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192" name="Shape 192"/>
        <p:cNvGrpSpPr/>
        <p:nvPr/>
      </p:nvGrpSpPr>
      <p:grpSpPr>
        <a:xfrm>
          <a:off x="0" y="0"/>
          <a:ext cx="0" cy="0"/>
          <a:chOff x="0" y="0"/>
          <a:chExt cx="0" cy="0"/>
        </a:xfrm>
      </p:grpSpPr>
      <p:sp>
        <p:nvSpPr>
          <p:cNvPr id="193" name="Google Shape;193;p3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194" name="Google Shape;194;p37"/>
          <p:cNvGrpSpPr/>
          <p:nvPr/>
        </p:nvGrpSpPr>
        <p:grpSpPr>
          <a:xfrm>
            <a:off x="142488" y="-851126"/>
            <a:ext cx="9642935" cy="5491310"/>
            <a:chOff x="142488" y="-851126"/>
            <a:chExt cx="9642935" cy="5491310"/>
          </a:xfrm>
        </p:grpSpPr>
        <p:pic>
          <p:nvPicPr>
            <p:cNvPr id="195" name="Google Shape;195;p37"/>
            <p:cNvPicPr preferRelativeResize="0"/>
            <p:nvPr/>
          </p:nvPicPr>
          <p:blipFill rotWithShape="1">
            <a:blip r:embed="rId2">
              <a:alphaModFix/>
            </a:blip>
            <a:srcRect b="0" l="0" r="0" t="0"/>
            <a:stretch/>
          </p:blipFill>
          <p:spPr>
            <a:xfrm>
              <a:off x="142488" y="-851126"/>
              <a:ext cx="1247382" cy="1247385"/>
            </a:xfrm>
            <a:prstGeom prst="rect">
              <a:avLst/>
            </a:prstGeom>
            <a:noFill/>
            <a:ln>
              <a:noFill/>
            </a:ln>
          </p:spPr>
        </p:pic>
        <p:pic>
          <p:nvPicPr>
            <p:cNvPr id="196" name="Google Shape;196;p37"/>
            <p:cNvPicPr preferRelativeResize="0"/>
            <p:nvPr/>
          </p:nvPicPr>
          <p:blipFill rotWithShape="1">
            <a:blip r:embed="rId3">
              <a:alphaModFix/>
            </a:blip>
            <a:srcRect b="0" l="0" r="0" t="0"/>
            <a:stretch/>
          </p:blipFill>
          <p:spPr>
            <a:xfrm>
              <a:off x="8585075" y="3439824"/>
              <a:ext cx="1200348" cy="1200360"/>
            </a:xfrm>
            <a:prstGeom prst="rect">
              <a:avLst/>
            </a:prstGeom>
            <a:noFill/>
            <a:ln>
              <a:noFill/>
            </a:ln>
          </p:spPr>
        </p:pic>
      </p:grpSp>
      <p:grpSp>
        <p:nvGrpSpPr>
          <p:cNvPr id="197" name="Google Shape;197;p37"/>
          <p:cNvGrpSpPr/>
          <p:nvPr/>
        </p:nvGrpSpPr>
        <p:grpSpPr>
          <a:xfrm>
            <a:off x="-328339" y="-100439"/>
            <a:ext cx="9456228" cy="6757083"/>
            <a:chOff x="-328339" y="-100439"/>
            <a:chExt cx="9456228" cy="6757083"/>
          </a:xfrm>
        </p:grpSpPr>
        <p:grpSp>
          <p:nvGrpSpPr>
            <p:cNvPr id="198" name="Google Shape;198;p37"/>
            <p:cNvGrpSpPr/>
            <p:nvPr/>
          </p:nvGrpSpPr>
          <p:grpSpPr>
            <a:xfrm>
              <a:off x="8503432" y="4345444"/>
              <a:ext cx="624457" cy="624457"/>
              <a:chOff x="6919815" y="2656128"/>
              <a:chExt cx="873000" cy="873000"/>
            </a:xfrm>
          </p:grpSpPr>
          <p:pic>
            <p:nvPicPr>
              <p:cNvPr id="199" name="Google Shape;199;p37"/>
              <p:cNvPicPr preferRelativeResize="0"/>
              <p:nvPr/>
            </p:nvPicPr>
            <p:blipFill rotWithShape="1">
              <a:blip r:embed="rId4">
                <a:alphaModFix/>
              </a:blip>
              <a:srcRect b="2802" l="2794" r="2802" t="2794"/>
              <a:stretch/>
            </p:blipFill>
            <p:spPr>
              <a:xfrm>
                <a:off x="6919815" y="2656128"/>
                <a:ext cx="873000" cy="873000"/>
              </a:xfrm>
              <a:prstGeom prst="ellipse">
                <a:avLst/>
              </a:prstGeom>
              <a:noFill/>
              <a:ln>
                <a:noFill/>
              </a:ln>
            </p:spPr>
          </p:pic>
          <p:sp>
            <p:nvSpPr>
              <p:cNvPr id="200" name="Google Shape;200;p37"/>
              <p:cNvSpPr/>
              <p:nvPr/>
            </p:nvSpPr>
            <p:spPr>
              <a:xfrm>
                <a:off x="6934350" y="2667600"/>
                <a:ext cx="843900" cy="8439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nvGrpSpPr>
            <p:cNvPr id="201" name="Google Shape;201;p37"/>
            <p:cNvGrpSpPr/>
            <p:nvPr/>
          </p:nvGrpSpPr>
          <p:grpSpPr>
            <a:xfrm>
              <a:off x="-328339" y="-100439"/>
              <a:ext cx="969717" cy="969816"/>
              <a:chOff x="2083263" y="3574675"/>
              <a:chExt cx="872990" cy="873000"/>
            </a:xfrm>
          </p:grpSpPr>
          <p:pic>
            <p:nvPicPr>
              <p:cNvPr id="202" name="Google Shape;202;p37"/>
              <p:cNvPicPr preferRelativeResize="0"/>
              <p:nvPr/>
            </p:nvPicPr>
            <p:blipFill rotWithShape="1">
              <a:blip r:embed="rId2">
                <a:alphaModFix/>
              </a:blip>
              <a:srcRect b="0" l="0" r="0" t="0"/>
              <a:stretch/>
            </p:blipFill>
            <p:spPr>
              <a:xfrm>
                <a:off x="2083263" y="3574675"/>
                <a:ext cx="872990" cy="873000"/>
              </a:xfrm>
              <a:prstGeom prst="rect">
                <a:avLst/>
              </a:prstGeom>
              <a:noFill/>
              <a:ln>
                <a:noFill/>
              </a:ln>
            </p:spPr>
          </p:pic>
          <p:sp>
            <p:nvSpPr>
              <p:cNvPr id="203" name="Google Shape;203;p37"/>
              <p:cNvSpPr/>
              <p:nvPr/>
            </p:nvSpPr>
            <p:spPr>
              <a:xfrm>
                <a:off x="2118376" y="3609763"/>
                <a:ext cx="802800" cy="802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nvGrpSpPr>
            <p:cNvPr id="204" name="Google Shape;204;p37"/>
            <p:cNvGrpSpPr/>
            <p:nvPr/>
          </p:nvGrpSpPr>
          <p:grpSpPr>
            <a:xfrm>
              <a:off x="-264619" y="4697196"/>
              <a:ext cx="1959426" cy="1959448"/>
              <a:chOff x="4109629" y="2630250"/>
              <a:chExt cx="872990" cy="873000"/>
            </a:xfrm>
          </p:grpSpPr>
          <p:pic>
            <p:nvPicPr>
              <p:cNvPr id="205" name="Google Shape;205;p37"/>
              <p:cNvPicPr preferRelativeResize="0"/>
              <p:nvPr/>
            </p:nvPicPr>
            <p:blipFill rotWithShape="1">
              <a:blip r:embed="rId5">
                <a:alphaModFix/>
              </a:blip>
              <a:srcRect b="0" l="0" r="0" t="0"/>
              <a:stretch/>
            </p:blipFill>
            <p:spPr>
              <a:xfrm>
                <a:off x="4109629" y="2630250"/>
                <a:ext cx="872990" cy="873000"/>
              </a:xfrm>
              <a:prstGeom prst="rect">
                <a:avLst/>
              </a:prstGeom>
              <a:noFill/>
              <a:ln>
                <a:noFill/>
              </a:ln>
            </p:spPr>
          </p:pic>
          <p:sp>
            <p:nvSpPr>
              <p:cNvPr id="206" name="Google Shape;206;p37"/>
              <p:cNvSpPr/>
              <p:nvPr/>
            </p:nvSpPr>
            <p:spPr>
              <a:xfrm>
                <a:off x="4128845" y="2649466"/>
                <a:ext cx="834600" cy="834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
    <p:spTree>
      <p:nvGrpSpPr>
        <p:cNvPr id="207" name="Shape 207"/>
        <p:cNvGrpSpPr/>
        <p:nvPr/>
      </p:nvGrpSpPr>
      <p:grpSpPr>
        <a:xfrm>
          <a:off x="0" y="0"/>
          <a:ext cx="0" cy="0"/>
          <a:chOff x="0" y="0"/>
          <a:chExt cx="0" cy="0"/>
        </a:xfrm>
      </p:grpSpPr>
      <p:sp>
        <p:nvSpPr>
          <p:cNvPr id="208" name="Google Shape;208;p3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209" name="Google Shape;209;p38"/>
          <p:cNvGrpSpPr/>
          <p:nvPr/>
        </p:nvGrpSpPr>
        <p:grpSpPr>
          <a:xfrm>
            <a:off x="-535202" y="-1010750"/>
            <a:ext cx="10731952" cy="7726650"/>
            <a:chOff x="-535202" y="-1010750"/>
            <a:chExt cx="10731952" cy="7726650"/>
          </a:xfrm>
        </p:grpSpPr>
        <p:pic>
          <p:nvPicPr>
            <p:cNvPr id="210" name="Google Shape;210;p38"/>
            <p:cNvPicPr preferRelativeResize="0"/>
            <p:nvPr/>
          </p:nvPicPr>
          <p:blipFill rotWithShape="1">
            <a:blip r:embed="rId2">
              <a:alphaModFix/>
            </a:blip>
            <a:srcRect b="3410" l="3400" r="3410" t="3400"/>
            <a:stretch/>
          </p:blipFill>
          <p:spPr>
            <a:xfrm>
              <a:off x="45099" y="4663900"/>
              <a:ext cx="2052000" cy="2052000"/>
            </a:xfrm>
            <a:prstGeom prst="ellipse">
              <a:avLst/>
            </a:prstGeom>
            <a:noFill/>
            <a:ln>
              <a:noFill/>
            </a:ln>
          </p:spPr>
        </p:pic>
        <p:pic>
          <p:nvPicPr>
            <p:cNvPr id="211" name="Google Shape;211;p38"/>
            <p:cNvPicPr preferRelativeResize="0"/>
            <p:nvPr/>
          </p:nvPicPr>
          <p:blipFill rotWithShape="1">
            <a:blip r:embed="rId3">
              <a:alphaModFix/>
            </a:blip>
            <a:srcRect b="0" l="0" r="0" t="0"/>
            <a:stretch/>
          </p:blipFill>
          <p:spPr>
            <a:xfrm>
              <a:off x="-535202" y="-1010750"/>
              <a:ext cx="1637475" cy="1637500"/>
            </a:xfrm>
            <a:prstGeom prst="rect">
              <a:avLst/>
            </a:prstGeom>
            <a:noFill/>
            <a:ln>
              <a:noFill/>
            </a:ln>
          </p:spPr>
        </p:pic>
        <p:pic>
          <p:nvPicPr>
            <p:cNvPr id="212" name="Google Shape;212;p38"/>
            <p:cNvPicPr preferRelativeResize="0"/>
            <p:nvPr/>
          </p:nvPicPr>
          <p:blipFill rotWithShape="1">
            <a:blip r:embed="rId4">
              <a:alphaModFix/>
            </a:blip>
            <a:srcRect b="0" l="0" r="0" t="0"/>
            <a:stretch/>
          </p:blipFill>
          <p:spPr>
            <a:xfrm>
              <a:off x="8670925" y="2639762"/>
              <a:ext cx="1525825" cy="1525825"/>
            </a:xfrm>
            <a:prstGeom prst="rect">
              <a:avLst/>
            </a:prstGeom>
            <a:noFill/>
            <a:ln>
              <a:noFill/>
            </a:ln>
          </p:spPr>
        </p:pic>
      </p:grpSp>
      <p:grpSp>
        <p:nvGrpSpPr>
          <p:cNvPr id="213" name="Google Shape;213;p38"/>
          <p:cNvGrpSpPr/>
          <p:nvPr/>
        </p:nvGrpSpPr>
        <p:grpSpPr>
          <a:xfrm>
            <a:off x="-477169" y="535012"/>
            <a:ext cx="1071656" cy="4457755"/>
            <a:chOff x="-477169" y="535012"/>
            <a:chExt cx="1071656" cy="4457755"/>
          </a:xfrm>
        </p:grpSpPr>
        <p:grpSp>
          <p:nvGrpSpPr>
            <p:cNvPr id="214" name="Google Shape;214;p38"/>
            <p:cNvGrpSpPr/>
            <p:nvPr/>
          </p:nvGrpSpPr>
          <p:grpSpPr>
            <a:xfrm>
              <a:off x="-477169" y="535012"/>
              <a:ext cx="1015025" cy="1015037"/>
              <a:chOff x="4109629" y="2630250"/>
              <a:chExt cx="872990" cy="873000"/>
            </a:xfrm>
          </p:grpSpPr>
          <p:pic>
            <p:nvPicPr>
              <p:cNvPr id="215" name="Google Shape;215;p38"/>
              <p:cNvPicPr preferRelativeResize="0"/>
              <p:nvPr/>
            </p:nvPicPr>
            <p:blipFill rotWithShape="1">
              <a:blip r:embed="rId3">
                <a:alphaModFix/>
              </a:blip>
              <a:srcRect b="0" l="0" r="0" t="0"/>
              <a:stretch/>
            </p:blipFill>
            <p:spPr>
              <a:xfrm>
                <a:off x="4109629" y="2630250"/>
                <a:ext cx="872990" cy="873000"/>
              </a:xfrm>
              <a:prstGeom prst="rect">
                <a:avLst/>
              </a:prstGeom>
              <a:noFill/>
              <a:ln>
                <a:noFill/>
              </a:ln>
            </p:spPr>
          </p:pic>
          <p:sp>
            <p:nvSpPr>
              <p:cNvPr id="216" name="Google Shape;216;p38"/>
              <p:cNvSpPr/>
              <p:nvPr/>
            </p:nvSpPr>
            <p:spPr>
              <a:xfrm>
                <a:off x="4135475" y="2656100"/>
                <a:ext cx="821400" cy="821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nvGrpSpPr>
            <p:cNvPr id="217" name="Google Shape;217;p38"/>
            <p:cNvGrpSpPr/>
            <p:nvPr/>
          </p:nvGrpSpPr>
          <p:grpSpPr>
            <a:xfrm rot="-5400000">
              <a:off x="-279735" y="4118545"/>
              <a:ext cx="874222" cy="874222"/>
              <a:chOff x="3451421" y="3574675"/>
              <a:chExt cx="873000" cy="873000"/>
            </a:xfrm>
          </p:grpSpPr>
          <p:pic>
            <p:nvPicPr>
              <p:cNvPr id="218" name="Google Shape;218;p38"/>
              <p:cNvPicPr preferRelativeResize="0"/>
              <p:nvPr/>
            </p:nvPicPr>
            <p:blipFill rotWithShape="1">
              <a:blip r:embed="rId2">
                <a:alphaModFix/>
              </a:blip>
              <a:srcRect b="3410" l="3400" r="3410" t="3400"/>
              <a:stretch/>
            </p:blipFill>
            <p:spPr>
              <a:xfrm>
                <a:off x="3451421" y="3574675"/>
                <a:ext cx="873000" cy="873000"/>
              </a:xfrm>
              <a:prstGeom prst="ellipse">
                <a:avLst/>
              </a:prstGeom>
              <a:noFill/>
              <a:ln>
                <a:noFill/>
              </a:ln>
            </p:spPr>
          </p:pic>
          <p:sp>
            <p:nvSpPr>
              <p:cNvPr id="219" name="Google Shape;219;p38"/>
              <p:cNvSpPr/>
              <p:nvPr/>
            </p:nvSpPr>
            <p:spPr>
              <a:xfrm>
                <a:off x="3466288" y="3589525"/>
                <a:ext cx="843300" cy="8433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spTree>
      <p:nvGrpSpPr>
        <p:cNvPr id="220" name="Shape 220"/>
        <p:cNvGrpSpPr/>
        <p:nvPr/>
      </p:nvGrpSpPr>
      <p:grpSpPr>
        <a:xfrm>
          <a:off x="0" y="0"/>
          <a:ext cx="0" cy="0"/>
          <a:chOff x="0" y="0"/>
          <a:chExt cx="0" cy="0"/>
        </a:xfrm>
      </p:grpSpPr>
      <p:grpSp>
        <p:nvGrpSpPr>
          <p:cNvPr id="221" name="Google Shape;221;p39"/>
          <p:cNvGrpSpPr/>
          <p:nvPr/>
        </p:nvGrpSpPr>
        <p:grpSpPr>
          <a:xfrm>
            <a:off x="-421950" y="-172000"/>
            <a:ext cx="9980502" cy="5441972"/>
            <a:chOff x="-421950" y="-172000"/>
            <a:chExt cx="9980502" cy="5441972"/>
          </a:xfrm>
        </p:grpSpPr>
        <p:pic>
          <p:nvPicPr>
            <p:cNvPr id="222" name="Google Shape;222;p39"/>
            <p:cNvPicPr preferRelativeResize="0"/>
            <p:nvPr/>
          </p:nvPicPr>
          <p:blipFill rotWithShape="1">
            <a:blip r:embed="rId2">
              <a:alphaModFix/>
            </a:blip>
            <a:srcRect b="0" l="0" r="0" t="0"/>
            <a:stretch/>
          </p:blipFill>
          <p:spPr>
            <a:xfrm>
              <a:off x="8042625" y="-172000"/>
              <a:ext cx="642975" cy="643000"/>
            </a:xfrm>
            <a:prstGeom prst="rect">
              <a:avLst/>
            </a:prstGeom>
            <a:noFill/>
            <a:ln>
              <a:noFill/>
            </a:ln>
          </p:spPr>
        </p:pic>
        <p:pic>
          <p:nvPicPr>
            <p:cNvPr id="223" name="Google Shape;223;p39"/>
            <p:cNvPicPr preferRelativeResize="0"/>
            <p:nvPr/>
          </p:nvPicPr>
          <p:blipFill rotWithShape="1">
            <a:blip r:embed="rId3">
              <a:alphaModFix/>
            </a:blip>
            <a:srcRect b="2606" l="2605" r="2606" t="2605"/>
            <a:stretch/>
          </p:blipFill>
          <p:spPr>
            <a:xfrm>
              <a:off x="8542152" y="411250"/>
              <a:ext cx="1016400" cy="1016400"/>
            </a:xfrm>
            <a:prstGeom prst="ellipse">
              <a:avLst/>
            </a:prstGeom>
            <a:noFill/>
            <a:ln>
              <a:noFill/>
            </a:ln>
          </p:spPr>
        </p:pic>
        <p:pic>
          <p:nvPicPr>
            <p:cNvPr id="224" name="Google Shape;224;p39"/>
            <p:cNvPicPr preferRelativeResize="0"/>
            <p:nvPr/>
          </p:nvPicPr>
          <p:blipFill rotWithShape="1">
            <a:blip r:embed="rId4">
              <a:alphaModFix/>
            </a:blip>
            <a:srcRect b="0" l="0" r="0" t="0"/>
            <a:stretch/>
          </p:blipFill>
          <p:spPr>
            <a:xfrm>
              <a:off x="-421950" y="4203582"/>
              <a:ext cx="1066350" cy="1066390"/>
            </a:xfrm>
            <a:prstGeom prst="rect">
              <a:avLst/>
            </a:prstGeom>
            <a:noFill/>
            <a:ln>
              <a:noFill/>
            </a:ln>
          </p:spPr>
        </p:pic>
      </p:grpSp>
      <p:grpSp>
        <p:nvGrpSpPr>
          <p:cNvPr id="225" name="Google Shape;225;p39"/>
          <p:cNvGrpSpPr/>
          <p:nvPr/>
        </p:nvGrpSpPr>
        <p:grpSpPr>
          <a:xfrm>
            <a:off x="72139" y="3844194"/>
            <a:ext cx="642964" cy="642964"/>
            <a:chOff x="6919815" y="2656128"/>
            <a:chExt cx="873000" cy="873000"/>
          </a:xfrm>
        </p:grpSpPr>
        <p:pic>
          <p:nvPicPr>
            <p:cNvPr id="226" name="Google Shape;226;p39"/>
            <p:cNvPicPr preferRelativeResize="0"/>
            <p:nvPr/>
          </p:nvPicPr>
          <p:blipFill rotWithShape="1">
            <a:blip r:embed="rId2">
              <a:alphaModFix/>
            </a:blip>
            <a:srcRect b="2802" l="2794" r="2802" t="2794"/>
            <a:stretch/>
          </p:blipFill>
          <p:spPr>
            <a:xfrm>
              <a:off x="6919815" y="2656128"/>
              <a:ext cx="873000" cy="873000"/>
            </a:xfrm>
            <a:prstGeom prst="ellipse">
              <a:avLst/>
            </a:prstGeom>
            <a:noFill/>
            <a:ln>
              <a:noFill/>
            </a:ln>
          </p:spPr>
        </p:pic>
        <p:sp>
          <p:nvSpPr>
            <p:cNvPr id="227" name="Google Shape;227;p39"/>
            <p:cNvSpPr/>
            <p:nvPr/>
          </p:nvSpPr>
          <p:spPr>
            <a:xfrm>
              <a:off x="6942165" y="2672260"/>
              <a:ext cx="833700" cy="834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sp>
        <p:nvSpPr>
          <p:cNvPr id="228" name="Google Shape;228;p3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29" name="Google Shape;229;p39"/>
          <p:cNvSpPr txBox="1"/>
          <p:nvPr>
            <p:ph idx="1" type="subTitle"/>
          </p:nvPr>
        </p:nvSpPr>
        <p:spPr>
          <a:xfrm>
            <a:off x="2438338" y="1204150"/>
            <a:ext cx="4793400" cy="461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Michroma"/>
              <a:buNone/>
              <a:defRPr sz="1600">
                <a:solidFill>
                  <a:schemeClr val="dk1"/>
                </a:solidFill>
                <a:latin typeface="Michroma"/>
                <a:ea typeface="Michroma"/>
                <a:cs typeface="Michroma"/>
                <a:sym typeface="Michroma"/>
              </a:defRPr>
            </a:lvl1pPr>
            <a:lvl2pPr lvl="1" algn="l">
              <a:lnSpc>
                <a:spcPct val="100000"/>
              </a:lnSpc>
              <a:spcBef>
                <a:spcPts val="0"/>
              </a:spcBef>
              <a:spcAft>
                <a:spcPts val="0"/>
              </a:spcAft>
              <a:buClr>
                <a:schemeClr val="dk1"/>
              </a:buClr>
              <a:buSzPts val="2400"/>
              <a:buFont typeface="Michroma"/>
              <a:buNone/>
              <a:defRPr b="1" sz="2400">
                <a:solidFill>
                  <a:schemeClr val="dk1"/>
                </a:solidFill>
                <a:latin typeface="Michroma"/>
                <a:ea typeface="Michroma"/>
                <a:cs typeface="Michroma"/>
                <a:sym typeface="Michroma"/>
              </a:defRPr>
            </a:lvl2pPr>
            <a:lvl3pPr lvl="2" algn="l">
              <a:lnSpc>
                <a:spcPct val="100000"/>
              </a:lnSpc>
              <a:spcBef>
                <a:spcPts val="0"/>
              </a:spcBef>
              <a:spcAft>
                <a:spcPts val="0"/>
              </a:spcAft>
              <a:buClr>
                <a:schemeClr val="dk1"/>
              </a:buClr>
              <a:buSzPts val="2400"/>
              <a:buFont typeface="Michroma"/>
              <a:buNone/>
              <a:defRPr b="1" sz="2400">
                <a:solidFill>
                  <a:schemeClr val="dk1"/>
                </a:solidFill>
                <a:latin typeface="Michroma"/>
                <a:ea typeface="Michroma"/>
                <a:cs typeface="Michroma"/>
                <a:sym typeface="Michroma"/>
              </a:defRPr>
            </a:lvl3pPr>
            <a:lvl4pPr lvl="3" algn="l">
              <a:lnSpc>
                <a:spcPct val="100000"/>
              </a:lnSpc>
              <a:spcBef>
                <a:spcPts val="0"/>
              </a:spcBef>
              <a:spcAft>
                <a:spcPts val="0"/>
              </a:spcAft>
              <a:buClr>
                <a:schemeClr val="dk1"/>
              </a:buClr>
              <a:buSzPts val="2400"/>
              <a:buFont typeface="Michroma"/>
              <a:buNone/>
              <a:defRPr b="1" sz="2400">
                <a:solidFill>
                  <a:schemeClr val="dk1"/>
                </a:solidFill>
                <a:latin typeface="Michroma"/>
                <a:ea typeface="Michroma"/>
                <a:cs typeface="Michroma"/>
                <a:sym typeface="Michroma"/>
              </a:defRPr>
            </a:lvl4pPr>
            <a:lvl5pPr lvl="4" algn="l">
              <a:lnSpc>
                <a:spcPct val="100000"/>
              </a:lnSpc>
              <a:spcBef>
                <a:spcPts val="0"/>
              </a:spcBef>
              <a:spcAft>
                <a:spcPts val="0"/>
              </a:spcAft>
              <a:buClr>
                <a:schemeClr val="dk1"/>
              </a:buClr>
              <a:buSzPts val="2400"/>
              <a:buFont typeface="Michroma"/>
              <a:buNone/>
              <a:defRPr b="1" sz="2400">
                <a:solidFill>
                  <a:schemeClr val="dk1"/>
                </a:solidFill>
                <a:latin typeface="Michroma"/>
                <a:ea typeface="Michroma"/>
                <a:cs typeface="Michroma"/>
                <a:sym typeface="Michroma"/>
              </a:defRPr>
            </a:lvl5pPr>
            <a:lvl6pPr lvl="5" algn="l">
              <a:lnSpc>
                <a:spcPct val="100000"/>
              </a:lnSpc>
              <a:spcBef>
                <a:spcPts val="0"/>
              </a:spcBef>
              <a:spcAft>
                <a:spcPts val="0"/>
              </a:spcAft>
              <a:buClr>
                <a:schemeClr val="dk1"/>
              </a:buClr>
              <a:buSzPts val="2400"/>
              <a:buFont typeface="Michroma"/>
              <a:buNone/>
              <a:defRPr b="1" sz="2400">
                <a:solidFill>
                  <a:schemeClr val="dk1"/>
                </a:solidFill>
                <a:latin typeface="Michroma"/>
                <a:ea typeface="Michroma"/>
                <a:cs typeface="Michroma"/>
                <a:sym typeface="Michroma"/>
              </a:defRPr>
            </a:lvl6pPr>
            <a:lvl7pPr lvl="6" algn="l">
              <a:lnSpc>
                <a:spcPct val="100000"/>
              </a:lnSpc>
              <a:spcBef>
                <a:spcPts val="0"/>
              </a:spcBef>
              <a:spcAft>
                <a:spcPts val="0"/>
              </a:spcAft>
              <a:buClr>
                <a:schemeClr val="dk1"/>
              </a:buClr>
              <a:buSzPts val="2400"/>
              <a:buFont typeface="Michroma"/>
              <a:buNone/>
              <a:defRPr b="1" sz="2400">
                <a:solidFill>
                  <a:schemeClr val="dk1"/>
                </a:solidFill>
                <a:latin typeface="Michroma"/>
                <a:ea typeface="Michroma"/>
                <a:cs typeface="Michroma"/>
                <a:sym typeface="Michroma"/>
              </a:defRPr>
            </a:lvl7pPr>
            <a:lvl8pPr lvl="7" algn="l">
              <a:lnSpc>
                <a:spcPct val="100000"/>
              </a:lnSpc>
              <a:spcBef>
                <a:spcPts val="0"/>
              </a:spcBef>
              <a:spcAft>
                <a:spcPts val="0"/>
              </a:spcAft>
              <a:buClr>
                <a:schemeClr val="dk1"/>
              </a:buClr>
              <a:buSzPts val="2400"/>
              <a:buFont typeface="Michroma"/>
              <a:buNone/>
              <a:defRPr b="1" sz="2400">
                <a:solidFill>
                  <a:schemeClr val="dk1"/>
                </a:solidFill>
                <a:latin typeface="Michroma"/>
                <a:ea typeface="Michroma"/>
                <a:cs typeface="Michroma"/>
                <a:sym typeface="Michroma"/>
              </a:defRPr>
            </a:lvl8pPr>
            <a:lvl9pPr lvl="8" algn="l">
              <a:lnSpc>
                <a:spcPct val="100000"/>
              </a:lnSpc>
              <a:spcBef>
                <a:spcPts val="0"/>
              </a:spcBef>
              <a:spcAft>
                <a:spcPts val="0"/>
              </a:spcAft>
              <a:buClr>
                <a:schemeClr val="dk1"/>
              </a:buClr>
              <a:buSzPts val="2400"/>
              <a:buFont typeface="Michroma"/>
              <a:buNone/>
              <a:defRPr b="1" sz="2400">
                <a:solidFill>
                  <a:schemeClr val="dk1"/>
                </a:solidFill>
                <a:latin typeface="Michroma"/>
                <a:ea typeface="Michroma"/>
                <a:cs typeface="Michroma"/>
                <a:sym typeface="Michroma"/>
              </a:defRPr>
            </a:lvl9pPr>
          </a:lstStyle>
          <a:p/>
        </p:txBody>
      </p:sp>
      <p:sp>
        <p:nvSpPr>
          <p:cNvPr id="230" name="Google Shape;230;p39"/>
          <p:cNvSpPr txBox="1"/>
          <p:nvPr>
            <p:ph idx="2" type="subTitle"/>
          </p:nvPr>
        </p:nvSpPr>
        <p:spPr>
          <a:xfrm>
            <a:off x="2438338" y="2363878"/>
            <a:ext cx="4793400" cy="461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Michroma"/>
              <a:buNone/>
              <a:defRPr sz="1600">
                <a:solidFill>
                  <a:schemeClr val="dk1"/>
                </a:solidFill>
                <a:latin typeface="Michroma"/>
                <a:ea typeface="Michroma"/>
                <a:cs typeface="Michroma"/>
                <a:sym typeface="Michroma"/>
              </a:defRPr>
            </a:lvl1pPr>
            <a:lvl2pPr lvl="1" algn="l">
              <a:lnSpc>
                <a:spcPct val="100000"/>
              </a:lnSpc>
              <a:spcBef>
                <a:spcPts val="0"/>
              </a:spcBef>
              <a:spcAft>
                <a:spcPts val="0"/>
              </a:spcAft>
              <a:buClr>
                <a:schemeClr val="dk1"/>
              </a:buClr>
              <a:buSzPts val="2400"/>
              <a:buFont typeface="Michroma"/>
              <a:buNone/>
              <a:defRPr b="1" sz="2400">
                <a:solidFill>
                  <a:schemeClr val="dk1"/>
                </a:solidFill>
                <a:latin typeface="Michroma"/>
                <a:ea typeface="Michroma"/>
                <a:cs typeface="Michroma"/>
                <a:sym typeface="Michroma"/>
              </a:defRPr>
            </a:lvl2pPr>
            <a:lvl3pPr lvl="2" algn="l">
              <a:lnSpc>
                <a:spcPct val="100000"/>
              </a:lnSpc>
              <a:spcBef>
                <a:spcPts val="0"/>
              </a:spcBef>
              <a:spcAft>
                <a:spcPts val="0"/>
              </a:spcAft>
              <a:buClr>
                <a:schemeClr val="dk1"/>
              </a:buClr>
              <a:buSzPts val="2400"/>
              <a:buFont typeface="Michroma"/>
              <a:buNone/>
              <a:defRPr b="1" sz="2400">
                <a:solidFill>
                  <a:schemeClr val="dk1"/>
                </a:solidFill>
                <a:latin typeface="Michroma"/>
                <a:ea typeface="Michroma"/>
                <a:cs typeface="Michroma"/>
                <a:sym typeface="Michroma"/>
              </a:defRPr>
            </a:lvl3pPr>
            <a:lvl4pPr lvl="3" algn="l">
              <a:lnSpc>
                <a:spcPct val="100000"/>
              </a:lnSpc>
              <a:spcBef>
                <a:spcPts val="0"/>
              </a:spcBef>
              <a:spcAft>
                <a:spcPts val="0"/>
              </a:spcAft>
              <a:buClr>
                <a:schemeClr val="dk1"/>
              </a:buClr>
              <a:buSzPts val="2400"/>
              <a:buFont typeface="Michroma"/>
              <a:buNone/>
              <a:defRPr b="1" sz="2400">
                <a:solidFill>
                  <a:schemeClr val="dk1"/>
                </a:solidFill>
                <a:latin typeface="Michroma"/>
                <a:ea typeface="Michroma"/>
                <a:cs typeface="Michroma"/>
                <a:sym typeface="Michroma"/>
              </a:defRPr>
            </a:lvl4pPr>
            <a:lvl5pPr lvl="4" algn="l">
              <a:lnSpc>
                <a:spcPct val="100000"/>
              </a:lnSpc>
              <a:spcBef>
                <a:spcPts val="0"/>
              </a:spcBef>
              <a:spcAft>
                <a:spcPts val="0"/>
              </a:spcAft>
              <a:buClr>
                <a:schemeClr val="dk1"/>
              </a:buClr>
              <a:buSzPts val="2400"/>
              <a:buFont typeface="Michroma"/>
              <a:buNone/>
              <a:defRPr b="1" sz="2400">
                <a:solidFill>
                  <a:schemeClr val="dk1"/>
                </a:solidFill>
                <a:latin typeface="Michroma"/>
                <a:ea typeface="Michroma"/>
                <a:cs typeface="Michroma"/>
                <a:sym typeface="Michroma"/>
              </a:defRPr>
            </a:lvl5pPr>
            <a:lvl6pPr lvl="5" algn="l">
              <a:lnSpc>
                <a:spcPct val="100000"/>
              </a:lnSpc>
              <a:spcBef>
                <a:spcPts val="0"/>
              </a:spcBef>
              <a:spcAft>
                <a:spcPts val="0"/>
              </a:spcAft>
              <a:buClr>
                <a:schemeClr val="dk1"/>
              </a:buClr>
              <a:buSzPts val="2400"/>
              <a:buFont typeface="Michroma"/>
              <a:buNone/>
              <a:defRPr b="1" sz="2400">
                <a:solidFill>
                  <a:schemeClr val="dk1"/>
                </a:solidFill>
                <a:latin typeface="Michroma"/>
                <a:ea typeface="Michroma"/>
                <a:cs typeface="Michroma"/>
                <a:sym typeface="Michroma"/>
              </a:defRPr>
            </a:lvl6pPr>
            <a:lvl7pPr lvl="6" algn="l">
              <a:lnSpc>
                <a:spcPct val="100000"/>
              </a:lnSpc>
              <a:spcBef>
                <a:spcPts val="0"/>
              </a:spcBef>
              <a:spcAft>
                <a:spcPts val="0"/>
              </a:spcAft>
              <a:buClr>
                <a:schemeClr val="dk1"/>
              </a:buClr>
              <a:buSzPts val="2400"/>
              <a:buFont typeface="Michroma"/>
              <a:buNone/>
              <a:defRPr b="1" sz="2400">
                <a:solidFill>
                  <a:schemeClr val="dk1"/>
                </a:solidFill>
                <a:latin typeface="Michroma"/>
                <a:ea typeface="Michroma"/>
                <a:cs typeface="Michroma"/>
                <a:sym typeface="Michroma"/>
              </a:defRPr>
            </a:lvl7pPr>
            <a:lvl8pPr lvl="7" algn="l">
              <a:lnSpc>
                <a:spcPct val="100000"/>
              </a:lnSpc>
              <a:spcBef>
                <a:spcPts val="0"/>
              </a:spcBef>
              <a:spcAft>
                <a:spcPts val="0"/>
              </a:spcAft>
              <a:buClr>
                <a:schemeClr val="dk1"/>
              </a:buClr>
              <a:buSzPts val="2400"/>
              <a:buFont typeface="Michroma"/>
              <a:buNone/>
              <a:defRPr b="1" sz="2400">
                <a:solidFill>
                  <a:schemeClr val="dk1"/>
                </a:solidFill>
                <a:latin typeface="Michroma"/>
                <a:ea typeface="Michroma"/>
                <a:cs typeface="Michroma"/>
                <a:sym typeface="Michroma"/>
              </a:defRPr>
            </a:lvl8pPr>
            <a:lvl9pPr lvl="8" algn="l">
              <a:lnSpc>
                <a:spcPct val="100000"/>
              </a:lnSpc>
              <a:spcBef>
                <a:spcPts val="0"/>
              </a:spcBef>
              <a:spcAft>
                <a:spcPts val="0"/>
              </a:spcAft>
              <a:buClr>
                <a:schemeClr val="dk1"/>
              </a:buClr>
              <a:buSzPts val="2400"/>
              <a:buFont typeface="Michroma"/>
              <a:buNone/>
              <a:defRPr b="1" sz="2400">
                <a:solidFill>
                  <a:schemeClr val="dk1"/>
                </a:solidFill>
                <a:latin typeface="Michroma"/>
                <a:ea typeface="Michroma"/>
                <a:cs typeface="Michroma"/>
                <a:sym typeface="Michroma"/>
              </a:defRPr>
            </a:lvl9pPr>
          </a:lstStyle>
          <a:p/>
        </p:txBody>
      </p:sp>
      <p:sp>
        <p:nvSpPr>
          <p:cNvPr id="231" name="Google Shape;231;p39"/>
          <p:cNvSpPr txBox="1"/>
          <p:nvPr>
            <p:ph idx="3" type="subTitle"/>
          </p:nvPr>
        </p:nvSpPr>
        <p:spPr>
          <a:xfrm>
            <a:off x="2438338" y="3528247"/>
            <a:ext cx="4793400" cy="461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Michroma"/>
              <a:buNone/>
              <a:defRPr sz="1600">
                <a:solidFill>
                  <a:schemeClr val="dk1"/>
                </a:solidFill>
                <a:latin typeface="Michroma"/>
                <a:ea typeface="Michroma"/>
                <a:cs typeface="Michroma"/>
                <a:sym typeface="Michroma"/>
              </a:defRPr>
            </a:lvl1pPr>
            <a:lvl2pPr lvl="1" algn="l">
              <a:lnSpc>
                <a:spcPct val="100000"/>
              </a:lnSpc>
              <a:spcBef>
                <a:spcPts val="0"/>
              </a:spcBef>
              <a:spcAft>
                <a:spcPts val="0"/>
              </a:spcAft>
              <a:buClr>
                <a:schemeClr val="dk1"/>
              </a:buClr>
              <a:buSzPts val="2400"/>
              <a:buFont typeface="Michroma"/>
              <a:buNone/>
              <a:defRPr b="1" sz="2400">
                <a:solidFill>
                  <a:schemeClr val="dk1"/>
                </a:solidFill>
                <a:latin typeface="Michroma"/>
                <a:ea typeface="Michroma"/>
                <a:cs typeface="Michroma"/>
                <a:sym typeface="Michroma"/>
              </a:defRPr>
            </a:lvl2pPr>
            <a:lvl3pPr lvl="2" algn="l">
              <a:lnSpc>
                <a:spcPct val="100000"/>
              </a:lnSpc>
              <a:spcBef>
                <a:spcPts val="0"/>
              </a:spcBef>
              <a:spcAft>
                <a:spcPts val="0"/>
              </a:spcAft>
              <a:buClr>
                <a:schemeClr val="dk1"/>
              </a:buClr>
              <a:buSzPts val="2400"/>
              <a:buFont typeface="Michroma"/>
              <a:buNone/>
              <a:defRPr b="1" sz="2400">
                <a:solidFill>
                  <a:schemeClr val="dk1"/>
                </a:solidFill>
                <a:latin typeface="Michroma"/>
                <a:ea typeface="Michroma"/>
                <a:cs typeface="Michroma"/>
                <a:sym typeface="Michroma"/>
              </a:defRPr>
            </a:lvl3pPr>
            <a:lvl4pPr lvl="3" algn="l">
              <a:lnSpc>
                <a:spcPct val="100000"/>
              </a:lnSpc>
              <a:spcBef>
                <a:spcPts val="0"/>
              </a:spcBef>
              <a:spcAft>
                <a:spcPts val="0"/>
              </a:spcAft>
              <a:buClr>
                <a:schemeClr val="dk1"/>
              </a:buClr>
              <a:buSzPts val="2400"/>
              <a:buFont typeface="Michroma"/>
              <a:buNone/>
              <a:defRPr b="1" sz="2400">
                <a:solidFill>
                  <a:schemeClr val="dk1"/>
                </a:solidFill>
                <a:latin typeface="Michroma"/>
                <a:ea typeface="Michroma"/>
                <a:cs typeface="Michroma"/>
                <a:sym typeface="Michroma"/>
              </a:defRPr>
            </a:lvl4pPr>
            <a:lvl5pPr lvl="4" algn="l">
              <a:lnSpc>
                <a:spcPct val="100000"/>
              </a:lnSpc>
              <a:spcBef>
                <a:spcPts val="0"/>
              </a:spcBef>
              <a:spcAft>
                <a:spcPts val="0"/>
              </a:spcAft>
              <a:buClr>
                <a:schemeClr val="dk1"/>
              </a:buClr>
              <a:buSzPts val="2400"/>
              <a:buFont typeface="Michroma"/>
              <a:buNone/>
              <a:defRPr b="1" sz="2400">
                <a:solidFill>
                  <a:schemeClr val="dk1"/>
                </a:solidFill>
                <a:latin typeface="Michroma"/>
                <a:ea typeface="Michroma"/>
                <a:cs typeface="Michroma"/>
                <a:sym typeface="Michroma"/>
              </a:defRPr>
            </a:lvl5pPr>
            <a:lvl6pPr lvl="5" algn="l">
              <a:lnSpc>
                <a:spcPct val="100000"/>
              </a:lnSpc>
              <a:spcBef>
                <a:spcPts val="0"/>
              </a:spcBef>
              <a:spcAft>
                <a:spcPts val="0"/>
              </a:spcAft>
              <a:buClr>
                <a:schemeClr val="dk1"/>
              </a:buClr>
              <a:buSzPts val="2400"/>
              <a:buFont typeface="Michroma"/>
              <a:buNone/>
              <a:defRPr b="1" sz="2400">
                <a:solidFill>
                  <a:schemeClr val="dk1"/>
                </a:solidFill>
                <a:latin typeface="Michroma"/>
                <a:ea typeface="Michroma"/>
                <a:cs typeface="Michroma"/>
                <a:sym typeface="Michroma"/>
              </a:defRPr>
            </a:lvl6pPr>
            <a:lvl7pPr lvl="6" algn="l">
              <a:lnSpc>
                <a:spcPct val="100000"/>
              </a:lnSpc>
              <a:spcBef>
                <a:spcPts val="0"/>
              </a:spcBef>
              <a:spcAft>
                <a:spcPts val="0"/>
              </a:spcAft>
              <a:buClr>
                <a:schemeClr val="dk1"/>
              </a:buClr>
              <a:buSzPts val="2400"/>
              <a:buFont typeface="Michroma"/>
              <a:buNone/>
              <a:defRPr b="1" sz="2400">
                <a:solidFill>
                  <a:schemeClr val="dk1"/>
                </a:solidFill>
                <a:latin typeface="Michroma"/>
                <a:ea typeface="Michroma"/>
                <a:cs typeface="Michroma"/>
                <a:sym typeface="Michroma"/>
              </a:defRPr>
            </a:lvl7pPr>
            <a:lvl8pPr lvl="7" algn="l">
              <a:lnSpc>
                <a:spcPct val="100000"/>
              </a:lnSpc>
              <a:spcBef>
                <a:spcPts val="0"/>
              </a:spcBef>
              <a:spcAft>
                <a:spcPts val="0"/>
              </a:spcAft>
              <a:buClr>
                <a:schemeClr val="dk1"/>
              </a:buClr>
              <a:buSzPts val="2400"/>
              <a:buFont typeface="Michroma"/>
              <a:buNone/>
              <a:defRPr b="1" sz="2400">
                <a:solidFill>
                  <a:schemeClr val="dk1"/>
                </a:solidFill>
                <a:latin typeface="Michroma"/>
                <a:ea typeface="Michroma"/>
                <a:cs typeface="Michroma"/>
                <a:sym typeface="Michroma"/>
              </a:defRPr>
            </a:lvl8pPr>
            <a:lvl9pPr lvl="8" algn="l">
              <a:lnSpc>
                <a:spcPct val="100000"/>
              </a:lnSpc>
              <a:spcBef>
                <a:spcPts val="0"/>
              </a:spcBef>
              <a:spcAft>
                <a:spcPts val="0"/>
              </a:spcAft>
              <a:buClr>
                <a:schemeClr val="dk1"/>
              </a:buClr>
              <a:buSzPts val="2400"/>
              <a:buFont typeface="Michroma"/>
              <a:buNone/>
              <a:defRPr b="1" sz="2400">
                <a:solidFill>
                  <a:schemeClr val="dk1"/>
                </a:solidFill>
                <a:latin typeface="Michroma"/>
                <a:ea typeface="Michroma"/>
                <a:cs typeface="Michroma"/>
                <a:sym typeface="Michroma"/>
              </a:defRPr>
            </a:lvl9pPr>
          </a:lstStyle>
          <a:p/>
        </p:txBody>
      </p:sp>
      <p:sp>
        <p:nvSpPr>
          <p:cNvPr id="232" name="Google Shape;232;p39"/>
          <p:cNvSpPr txBox="1"/>
          <p:nvPr>
            <p:ph idx="4" type="subTitle"/>
          </p:nvPr>
        </p:nvSpPr>
        <p:spPr>
          <a:xfrm>
            <a:off x="2438338" y="1640175"/>
            <a:ext cx="4793400" cy="62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33" name="Google Shape;233;p39"/>
          <p:cNvSpPr txBox="1"/>
          <p:nvPr>
            <p:ph idx="5" type="subTitle"/>
          </p:nvPr>
        </p:nvSpPr>
        <p:spPr>
          <a:xfrm>
            <a:off x="2438338" y="2799868"/>
            <a:ext cx="4793400" cy="62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34" name="Google Shape;234;p39"/>
          <p:cNvSpPr txBox="1"/>
          <p:nvPr>
            <p:ph idx="6" type="subTitle"/>
          </p:nvPr>
        </p:nvSpPr>
        <p:spPr>
          <a:xfrm>
            <a:off x="2438338" y="3968725"/>
            <a:ext cx="4793400" cy="621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235" name="Shape 235"/>
        <p:cNvGrpSpPr/>
        <p:nvPr/>
      </p:nvGrpSpPr>
      <p:grpSpPr>
        <a:xfrm>
          <a:off x="0" y="0"/>
          <a:ext cx="0" cy="0"/>
          <a:chOff x="0" y="0"/>
          <a:chExt cx="0" cy="0"/>
        </a:xfrm>
      </p:grpSpPr>
      <p:sp>
        <p:nvSpPr>
          <p:cNvPr id="236" name="Google Shape;236;p40"/>
          <p:cNvSpPr txBox="1"/>
          <p:nvPr/>
        </p:nvSpPr>
        <p:spPr>
          <a:xfrm>
            <a:off x="2382300" y="3840800"/>
            <a:ext cx="4379400" cy="4767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300"/>
              </a:spcBef>
              <a:spcAft>
                <a:spcPts val="0"/>
              </a:spcAft>
              <a:buClr>
                <a:srgbClr val="000000"/>
              </a:buClr>
              <a:buSzPts val="1000"/>
              <a:buFont typeface="Arial"/>
              <a:buNone/>
            </a:pPr>
            <a:r>
              <a:rPr b="0" i="0" lang="en" sz="1000" u="none" cap="none" strike="noStrike">
                <a:solidFill>
                  <a:schemeClr val="dk1"/>
                </a:solidFill>
                <a:latin typeface="Archivo"/>
                <a:ea typeface="Archivo"/>
                <a:cs typeface="Archivo"/>
                <a:sym typeface="Archivo"/>
              </a:rPr>
              <a:t>CREDITS: This presentation template was created by </a:t>
            </a:r>
            <a:r>
              <a:rPr b="1" i="0" lang="en" sz="1000" u="none" cap="none" strike="noStrike">
                <a:solidFill>
                  <a:schemeClr val="dk1"/>
                </a:solidFill>
                <a:uFill>
                  <a:noFill/>
                </a:uFill>
                <a:latin typeface="Archivo"/>
                <a:ea typeface="Archivo"/>
                <a:cs typeface="Archivo"/>
                <a:sym typeface="Archivo"/>
                <a:hlinkClick r:id="rId2">
                  <a:extLst>
                    <a:ext uri="{A12FA001-AC4F-418D-AE19-62706E023703}">
                      <ahyp:hlinkClr val="tx"/>
                    </a:ext>
                  </a:extLst>
                </a:hlinkClick>
              </a:rPr>
              <a:t>Slidesgo</a:t>
            </a:r>
            <a:r>
              <a:rPr b="0" i="0" lang="en" sz="1000" u="none" cap="none" strike="noStrike">
                <a:solidFill>
                  <a:schemeClr val="dk1"/>
                </a:solidFill>
                <a:latin typeface="Archivo"/>
                <a:ea typeface="Archivo"/>
                <a:cs typeface="Archivo"/>
                <a:sym typeface="Archivo"/>
              </a:rPr>
              <a:t>, including icons by </a:t>
            </a:r>
            <a:r>
              <a:rPr b="1" i="0" lang="en" sz="1000" u="none" cap="none" strike="noStrike">
                <a:solidFill>
                  <a:schemeClr val="dk1"/>
                </a:solidFill>
                <a:uFill>
                  <a:noFill/>
                </a:uFill>
                <a:latin typeface="Archivo"/>
                <a:ea typeface="Archivo"/>
                <a:cs typeface="Archivo"/>
                <a:sym typeface="Archivo"/>
                <a:hlinkClick r:id="rId3">
                  <a:extLst>
                    <a:ext uri="{A12FA001-AC4F-418D-AE19-62706E023703}">
                      <ahyp:hlinkClr val="tx"/>
                    </a:ext>
                  </a:extLst>
                </a:hlinkClick>
              </a:rPr>
              <a:t>Flaticon</a:t>
            </a:r>
            <a:r>
              <a:rPr b="0" i="0" lang="en" sz="1000" u="none" cap="none" strike="noStrike">
                <a:solidFill>
                  <a:schemeClr val="dk1"/>
                </a:solidFill>
                <a:latin typeface="Archivo"/>
                <a:ea typeface="Archivo"/>
                <a:cs typeface="Archivo"/>
                <a:sym typeface="Archivo"/>
              </a:rPr>
              <a:t>, and infographics &amp; images by </a:t>
            </a:r>
            <a:r>
              <a:rPr b="1" i="0" lang="en" sz="1000" u="none" cap="none" strike="noStrike">
                <a:solidFill>
                  <a:schemeClr val="dk1"/>
                </a:solidFill>
                <a:uFill>
                  <a:noFill/>
                </a:uFill>
                <a:latin typeface="Archivo"/>
                <a:ea typeface="Archivo"/>
                <a:cs typeface="Archivo"/>
                <a:sym typeface="Archivo"/>
                <a:hlinkClick r:id="rId4">
                  <a:extLst>
                    <a:ext uri="{A12FA001-AC4F-418D-AE19-62706E023703}">
                      <ahyp:hlinkClr val="tx"/>
                    </a:ext>
                  </a:extLst>
                </a:hlinkClick>
              </a:rPr>
              <a:t>Freepik</a:t>
            </a:r>
            <a:endParaRPr b="1" i="0" sz="1000" u="none" cap="none" strike="noStrike">
              <a:solidFill>
                <a:schemeClr val="dk1"/>
              </a:solidFill>
              <a:latin typeface="Archivo"/>
              <a:ea typeface="Archivo"/>
              <a:cs typeface="Archivo"/>
              <a:sym typeface="Archivo"/>
            </a:endParaRPr>
          </a:p>
        </p:txBody>
      </p:sp>
      <p:grpSp>
        <p:nvGrpSpPr>
          <p:cNvPr id="237" name="Google Shape;237;p40"/>
          <p:cNvGrpSpPr/>
          <p:nvPr/>
        </p:nvGrpSpPr>
        <p:grpSpPr>
          <a:xfrm>
            <a:off x="-484026" y="-966625"/>
            <a:ext cx="10370726" cy="7443600"/>
            <a:chOff x="-484026" y="-966625"/>
            <a:chExt cx="10370726" cy="7443600"/>
          </a:xfrm>
        </p:grpSpPr>
        <p:pic>
          <p:nvPicPr>
            <p:cNvPr id="238" name="Google Shape;238;p40"/>
            <p:cNvPicPr preferRelativeResize="0"/>
            <p:nvPr/>
          </p:nvPicPr>
          <p:blipFill rotWithShape="1">
            <a:blip r:embed="rId5">
              <a:alphaModFix/>
            </a:blip>
            <a:srcRect b="0" l="0" r="0" t="0"/>
            <a:stretch/>
          </p:blipFill>
          <p:spPr>
            <a:xfrm>
              <a:off x="7636215" y="286100"/>
              <a:ext cx="2250485" cy="2250550"/>
            </a:xfrm>
            <a:prstGeom prst="rect">
              <a:avLst/>
            </a:prstGeom>
            <a:noFill/>
            <a:ln>
              <a:noFill/>
            </a:ln>
          </p:spPr>
        </p:pic>
        <p:pic>
          <p:nvPicPr>
            <p:cNvPr id="239" name="Google Shape;239;p40"/>
            <p:cNvPicPr preferRelativeResize="0"/>
            <p:nvPr/>
          </p:nvPicPr>
          <p:blipFill rotWithShape="1">
            <a:blip r:embed="rId6">
              <a:alphaModFix/>
            </a:blip>
            <a:srcRect b="3410" l="3400" r="3410" t="3400"/>
            <a:stretch/>
          </p:blipFill>
          <p:spPr>
            <a:xfrm>
              <a:off x="456055" y="-966625"/>
              <a:ext cx="1926300" cy="1926300"/>
            </a:xfrm>
            <a:prstGeom prst="ellipse">
              <a:avLst/>
            </a:prstGeom>
            <a:noFill/>
            <a:ln>
              <a:noFill/>
            </a:ln>
          </p:spPr>
        </p:pic>
        <p:pic>
          <p:nvPicPr>
            <p:cNvPr id="240" name="Google Shape;240;p40"/>
            <p:cNvPicPr preferRelativeResize="0"/>
            <p:nvPr/>
          </p:nvPicPr>
          <p:blipFill rotWithShape="1">
            <a:blip r:embed="rId7">
              <a:alphaModFix/>
            </a:blip>
            <a:srcRect b="0" l="0" r="0" t="0"/>
            <a:stretch/>
          </p:blipFill>
          <p:spPr>
            <a:xfrm>
              <a:off x="6486476" y="4503125"/>
              <a:ext cx="1973825" cy="1973850"/>
            </a:xfrm>
            <a:prstGeom prst="rect">
              <a:avLst/>
            </a:prstGeom>
            <a:noFill/>
            <a:ln>
              <a:noFill/>
            </a:ln>
          </p:spPr>
        </p:pic>
        <p:pic>
          <p:nvPicPr>
            <p:cNvPr id="241" name="Google Shape;241;p40"/>
            <p:cNvPicPr preferRelativeResize="0"/>
            <p:nvPr/>
          </p:nvPicPr>
          <p:blipFill rotWithShape="1">
            <a:blip r:embed="rId8">
              <a:alphaModFix/>
            </a:blip>
            <a:srcRect b="0" l="0" r="0" t="0"/>
            <a:stretch/>
          </p:blipFill>
          <p:spPr>
            <a:xfrm>
              <a:off x="-484026" y="2073600"/>
              <a:ext cx="2151238" cy="2151300"/>
            </a:xfrm>
            <a:prstGeom prst="rect">
              <a:avLst/>
            </a:prstGeom>
            <a:noFill/>
            <a:ln>
              <a:noFill/>
            </a:ln>
          </p:spPr>
        </p:pic>
      </p:grpSp>
      <p:grpSp>
        <p:nvGrpSpPr>
          <p:cNvPr id="242" name="Google Shape;242;p40"/>
          <p:cNvGrpSpPr/>
          <p:nvPr/>
        </p:nvGrpSpPr>
        <p:grpSpPr>
          <a:xfrm>
            <a:off x="-484037" y="-624688"/>
            <a:ext cx="9609196" cy="5469919"/>
            <a:chOff x="-484037" y="-624688"/>
            <a:chExt cx="9609196" cy="5469919"/>
          </a:xfrm>
        </p:grpSpPr>
        <p:grpSp>
          <p:nvGrpSpPr>
            <p:cNvPr id="243" name="Google Shape;243;p40"/>
            <p:cNvGrpSpPr/>
            <p:nvPr/>
          </p:nvGrpSpPr>
          <p:grpSpPr>
            <a:xfrm rot="-2700000">
              <a:off x="7794318" y="2418166"/>
              <a:ext cx="1102505" cy="1102505"/>
              <a:chOff x="2704540" y="2630250"/>
              <a:chExt cx="873000" cy="873000"/>
            </a:xfrm>
          </p:grpSpPr>
          <p:pic>
            <p:nvPicPr>
              <p:cNvPr id="244" name="Google Shape;244;p40"/>
              <p:cNvPicPr preferRelativeResize="0"/>
              <p:nvPr/>
            </p:nvPicPr>
            <p:blipFill rotWithShape="1">
              <a:blip r:embed="rId5">
                <a:alphaModFix/>
              </a:blip>
              <a:srcRect b="3375" l="3366" r="3375" t="3366"/>
              <a:stretch/>
            </p:blipFill>
            <p:spPr>
              <a:xfrm>
                <a:off x="2704540" y="2630250"/>
                <a:ext cx="873000" cy="873000"/>
              </a:xfrm>
              <a:prstGeom prst="ellipse">
                <a:avLst/>
              </a:prstGeom>
              <a:noFill/>
              <a:ln>
                <a:noFill/>
              </a:ln>
            </p:spPr>
          </p:pic>
          <p:sp>
            <p:nvSpPr>
              <p:cNvPr id="245" name="Google Shape;245;p40"/>
              <p:cNvSpPr/>
              <p:nvPr/>
            </p:nvSpPr>
            <p:spPr>
              <a:xfrm>
                <a:off x="2720287" y="2646050"/>
                <a:ext cx="841500" cy="8415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nvGrpSpPr>
            <p:cNvPr id="246" name="Google Shape;246;p40"/>
            <p:cNvGrpSpPr/>
            <p:nvPr/>
          </p:nvGrpSpPr>
          <p:grpSpPr>
            <a:xfrm>
              <a:off x="6621644" y="-624688"/>
              <a:ext cx="1102499" cy="1102512"/>
              <a:chOff x="4109629" y="2630250"/>
              <a:chExt cx="872990" cy="873000"/>
            </a:xfrm>
          </p:grpSpPr>
          <p:pic>
            <p:nvPicPr>
              <p:cNvPr id="247" name="Google Shape;247;p40"/>
              <p:cNvPicPr preferRelativeResize="0"/>
              <p:nvPr/>
            </p:nvPicPr>
            <p:blipFill rotWithShape="1">
              <a:blip r:embed="rId7">
                <a:alphaModFix/>
              </a:blip>
              <a:srcRect b="0" l="0" r="0" t="0"/>
              <a:stretch/>
            </p:blipFill>
            <p:spPr>
              <a:xfrm>
                <a:off x="4109629" y="2630250"/>
                <a:ext cx="872990" cy="873000"/>
              </a:xfrm>
              <a:prstGeom prst="rect">
                <a:avLst/>
              </a:prstGeom>
              <a:noFill/>
              <a:ln>
                <a:noFill/>
              </a:ln>
            </p:spPr>
          </p:pic>
          <p:sp>
            <p:nvSpPr>
              <p:cNvPr id="248" name="Google Shape;248;p40"/>
              <p:cNvSpPr/>
              <p:nvPr/>
            </p:nvSpPr>
            <p:spPr>
              <a:xfrm>
                <a:off x="4135475" y="2656100"/>
                <a:ext cx="821400" cy="821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nvGrpSpPr>
            <p:cNvPr id="249" name="Google Shape;249;p40"/>
            <p:cNvGrpSpPr/>
            <p:nvPr/>
          </p:nvGrpSpPr>
          <p:grpSpPr>
            <a:xfrm rot="10800000">
              <a:off x="1108147" y="3742719"/>
              <a:ext cx="1102499" cy="1102512"/>
              <a:chOff x="4819589" y="3574675"/>
              <a:chExt cx="872990" cy="873000"/>
            </a:xfrm>
          </p:grpSpPr>
          <p:pic>
            <p:nvPicPr>
              <p:cNvPr id="250" name="Google Shape;250;p40"/>
              <p:cNvPicPr preferRelativeResize="0"/>
              <p:nvPr/>
            </p:nvPicPr>
            <p:blipFill rotWithShape="1">
              <a:blip r:embed="rId8">
                <a:alphaModFix/>
              </a:blip>
              <a:srcRect b="0" l="0" r="0" t="0"/>
              <a:stretch/>
            </p:blipFill>
            <p:spPr>
              <a:xfrm>
                <a:off x="4819589" y="3574675"/>
                <a:ext cx="872990" cy="873000"/>
              </a:xfrm>
              <a:prstGeom prst="rect">
                <a:avLst/>
              </a:prstGeom>
              <a:noFill/>
              <a:ln>
                <a:noFill/>
              </a:ln>
            </p:spPr>
          </p:pic>
          <p:sp>
            <p:nvSpPr>
              <p:cNvPr id="251" name="Google Shape;251;p40"/>
              <p:cNvSpPr/>
              <p:nvPr/>
            </p:nvSpPr>
            <p:spPr>
              <a:xfrm>
                <a:off x="4845500" y="3600525"/>
                <a:ext cx="821400" cy="821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nvGrpSpPr>
            <p:cNvPr id="252" name="Google Shape;252;p40"/>
            <p:cNvGrpSpPr/>
            <p:nvPr/>
          </p:nvGrpSpPr>
          <p:grpSpPr>
            <a:xfrm>
              <a:off x="-484037" y="477819"/>
              <a:ext cx="1102512" cy="1102512"/>
              <a:chOff x="3451421" y="3574675"/>
              <a:chExt cx="873000" cy="873000"/>
            </a:xfrm>
          </p:grpSpPr>
          <p:pic>
            <p:nvPicPr>
              <p:cNvPr id="253" name="Google Shape;253;p40"/>
              <p:cNvPicPr preferRelativeResize="0"/>
              <p:nvPr/>
            </p:nvPicPr>
            <p:blipFill rotWithShape="1">
              <a:blip r:embed="rId6">
                <a:alphaModFix/>
              </a:blip>
              <a:srcRect b="3410" l="3400" r="3410" t="3400"/>
              <a:stretch/>
            </p:blipFill>
            <p:spPr>
              <a:xfrm>
                <a:off x="3451421" y="3574675"/>
                <a:ext cx="873000" cy="873000"/>
              </a:xfrm>
              <a:prstGeom prst="ellipse">
                <a:avLst/>
              </a:prstGeom>
              <a:noFill/>
              <a:ln>
                <a:noFill/>
              </a:ln>
            </p:spPr>
          </p:pic>
          <p:sp>
            <p:nvSpPr>
              <p:cNvPr id="254" name="Google Shape;254;p40"/>
              <p:cNvSpPr/>
              <p:nvPr/>
            </p:nvSpPr>
            <p:spPr>
              <a:xfrm>
                <a:off x="3466288" y="3589525"/>
                <a:ext cx="843300" cy="8433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sp>
        <p:nvSpPr>
          <p:cNvPr id="255" name="Google Shape;255;p40"/>
          <p:cNvSpPr txBox="1"/>
          <p:nvPr>
            <p:ph type="ctrTitle"/>
          </p:nvPr>
        </p:nvSpPr>
        <p:spPr>
          <a:xfrm>
            <a:off x="2382250" y="763200"/>
            <a:ext cx="4379400" cy="1056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60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56" name="Google Shape;256;p40"/>
          <p:cNvSpPr txBox="1"/>
          <p:nvPr>
            <p:ph idx="1" type="subTitle"/>
          </p:nvPr>
        </p:nvSpPr>
        <p:spPr>
          <a:xfrm>
            <a:off x="2382350" y="1659025"/>
            <a:ext cx="4379400" cy="1103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7" name="Shape 257"/>
        <p:cNvGrpSpPr/>
        <p:nvPr/>
      </p:nvGrpSpPr>
      <p:grpSpPr>
        <a:xfrm>
          <a:off x="0" y="0"/>
          <a:ext cx="0" cy="0"/>
          <a:chOff x="0" y="0"/>
          <a:chExt cx="0" cy="0"/>
        </a:xfrm>
      </p:grpSpPr>
      <p:grpSp>
        <p:nvGrpSpPr>
          <p:cNvPr id="258" name="Google Shape;258;p41"/>
          <p:cNvGrpSpPr/>
          <p:nvPr/>
        </p:nvGrpSpPr>
        <p:grpSpPr>
          <a:xfrm>
            <a:off x="-325103" y="-140175"/>
            <a:ext cx="9091202" cy="5423056"/>
            <a:chOff x="-325103" y="-140175"/>
            <a:chExt cx="9091202" cy="5423056"/>
          </a:xfrm>
        </p:grpSpPr>
        <p:grpSp>
          <p:nvGrpSpPr>
            <p:cNvPr id="259" name="Google Shape;259;p41"/>
            <p:cNvGrpSpPr/>
            <p:nvPr/>
          </p:nvGrpSpPr>
          <p:grpSpPr>
            <a:xfrm>
              <a:off x="8091714" y="4608488"/>
              <a:ext cx="674385" cy="674393"/>
              <a:chOff x="4819589" y="3574675"/>
              <a:chExt cx="872990" cy="873000"/>
            </a:xfrm>
          </p:grpSpPr>
          <p:pic>
            <p:nvPicPr>
              <p:cNvPr id="260" name="Google Shape;260;p41"/>
              <p:cNvPicPr preferRelativeResize="0"/>
              <p:nvPr/>
            </p:nvPicPr>
            <p:blipFill rotWithShape="1">
              <a:blip r:embed="rId2">
                <a:alphaModFix/>
              </a:blip>
              <a:srcRect b="0" l="0" r="0" t="0"/>
              <a:stretch/>
            </p:blipFill>
            <p:spPr>
              <a:xfrm>
                <a:off x="4819589" y="3574675"/>
                <a:ext cx="872990" cy="873000"/>
              </a:xfrm>
              <a:prstGeom prst="rect">
                <a:avLst/>
              </a:prstGeom>
              <a:noFill/>
              <a:ln>
                <a:noFill/>
              </a:ln>
            </p:spPr>
          </p:pic>
          <p:sp>
            <p:nvSpPr>
              <p:cNvPr id="261" name="Google Shape;261;p41"/>
              <p:cNvSpPr/>
              <p:nvPr/>
            </p:nvSpPr>
            <p:spPr>
              <a:xfrm>
                <a:off x="4848697" y="3603719"/>
                <a:ext cx="814800" cy="814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nvGrpSpPr>
            <p:cNvPr id="262" name="Google Shape;262;p41"/>
            <p:cNvGrpSpPr/>
            <p:nvPr/>
          </p:nvGrpSpPr>
          <p:grpSpPr>
            <a:xfrm>
              <a:off x="-325103" y="-140175"/>
              <a:ext cx="872990" cy="873000"/>
              <a:chOff x="6187747" y="3574675"/>
              <a:chExt cx="872990" cy="873000"/>
            </a:xfrm>
          </p:grpSpPr>
          <p:pic>
            <p:nvPicPr>
              <p:cNvPr id="263" name="Google Shape;263;p41"/>
              <p:cNvPicPr preferRelativeResize="0"/>
              <p:nvPr/>
            </p:nvPicPr>
            <p:blipFill rotWithShape="1">
              <a:blip r:embed="rId3">
                <a:alphaModFix/>
              </a:blip>
              <a:srcRect b="0" l="0" r="0" t="0"/>
              <a:stretch/>
            </p:blipFill>
            <p:spPr>
              <a:xfrm>
                <a:off x="6187747" y="3574675"/>
                <a:ext cx="872990" cy="873000"/>
              </a:xfrm>
              <a:prstGeom prst="rect">
                <a:avLst/>
              </a:prstGeom>
              <a:noFill/>
              <a:ln>
                <a:noFill/>
              </a:ln>
            </p:spPr>
          </p:pic>
          <p:sp>
            <p:nvSpPr>
              <p:cNvPr id="264" name="Google Shape;264;p41"/>
              <p:cNvSpPr/>
              <p:nvPr/>
            </p:nvSpPr>
            <p:spPr>
              <a:xfrm>
                <a:off x="6216150" y="3603100"/>
                <a:ext cx="816000" cy="816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grpSp>
        <p:nvGrpSpPr>
          <p:cNvPr id="265" name="Google Shape;265;p41"/>
          <p:cNvGrpSpPr/>
          <p:nvPr/>
        </p:nvGrpSpPr>
        <p:grpSpPr>
          <a:xfrm>
            <a:off x="168727" y="403849"/>
            <a:ext cx="9280499" cy="4520751"/>
            <a:chOff x="168727" y="403849"/>
            <a:chExt cx="9280499" cy="4520751"/>
          </a:xfrm>
        </p:grpSpPr>
        <p:pic>
          <p:nvPicPr>
            <p:cNvPr id="266" name="Google Shape;266;p41"/>
            <p:cNvPicPr preferRelativeResize="0"/>
            <p:nvPr/>
          </p:nvPicPr>
          <p:blipFill rotWithShape="1">
            <a:blip r:embed="rId2">
              <a:alphaModFix/>
            </a:blip>
            <a:srcRect b="0" l="0" r="0" t="0"/>
            <a:stretch/>
          </p:blipFill>
          <p:spPr>
            <a:xfrm>
              <a:off x="8424001" y="3899350"/>
              <a:ext cx="1025225" cy="1025250"/>
            </a:xfrm>
            <a:prstGeom prst="rect">
              <a:avLst/>
            </a:prstGeom>
            <a:noFill/>
            <a:ln>
              <a:noFill/>
            </a:ln>
          </p:spPr>
        </p:pic>
        <p:pic>
          <p:nvPicPr>
            <p:cNvPr id="267" name="Google Shape;267;p41"/>
            <p:cNvPicPr preferRelativeResize="0"/>
            <p:nvPr/>
          </p:nvPicPr>
          <p:blipFill rotWithShape="1">
            <a:blip r:embed="rId2">
              <a:alphaModFix/>
            </a:blip>
            <a:srcRect b="0" l="0" r="0" t="0"/>
            <a:stretch/>
          </p:blipFill>
          <p:spPr>
            <a:xfrm>
              <a:off x="168727" y="403849"/>
              <a:ext cx="504550" cy="504575"/>
            </a:xfrm>
            <a:prstGeom prst="rect">
              <a:avLst/>
            </a:prstGeom>
            <a:noFill/>
            <a:ln>
              <a:noFill/>
            </a:ln>
          </p:spPr>
        </p:pic>
      </p:grpSp>
      <p:sp>
        <p:nvSpPr>
          <p:cNvPr id="268" name="Google Shape;268;p4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69" name="Google Shape;269;p41"/>
          <p:cNvSpPr txBox="1"/>
          <p:nvPr>
            <p:ph idx="1" type="body"/>
          </p:nvPr>
        </p:nvSpPr>
        <p:spPr>
          <a:xfrm>
            <a:off x="720000" y="1152475"/>
            <a:ext cx="7704000" cy="327600"/>
          </a:xfrm>
          <a:prstGeom prst="rect">
            <a:avLst/>
          </a:prstGeom>
          <a:noFill/>
          <a:ln>
            <a:noFill/>
          </a:ln>
        </p:spPr>
        <p:txBody>
          <a:bodyPr anchorCtr="0" anchor="t" bIns="91425" lIns="91425" spcFirstLastPara="1" rIns="91425" wrap="square" tIns="91425">
            <a:noAutofit/>
          </a:bodyPr>
          <a:lstStyle>
            <a:lvl1pPr indent="-317500" lvl="0" marL="457200" algn="ctr">
              <a:lnSpc>
                <a:spcPct val="100000"/>
              </a:lnSpc>
              <a:spcBef>
                <a:spcPts val="0"/>
              </a:spcBef>
              <a:spcAft>
                <a:spcPts val="0"/>
              </a:spcAft>
              <a:buSzPts val="1400"/>
              <a:buChar char="●"/>
              <a:defRPr/>
            </a:lvl1pPr>
            <a:lvl2pPr indent="-304800" lvl="1" marL="914400" algn="ctr">
              <a:lnSpc>
                <a:spcPct val="100000"/>
              </a:lnSpc>
              <a:spcBef>
                <a:spcPts val="0"/>
              </a:spcBef>
              <a:spcAft>
                <a:spcPts val="0"/>
              </a:spcAft>
              <a:buSzPts val="1200"/>
              <a:buChar char="○"/>
              <a:defRPr/>
            </a:lvl2pPr>
            <a:lvl3pPr indent="-304800" lvl="2" marL="1371600" algn="ctr">
              <a:lnSpc>
                <a:spcPct val="100000"/>
              </a:lnSpc>
              <a:spcBef>
                <a:spcPts val="0"/>
              </a:spcBef>
              <a:spcAft>
                <a:spcPts val="0"/>
              </a:spcAft>
              <a:buSzPts val="1200"/>
              <a:buChar char="■"/>
              <a:defRPr/>
            </a:lvl3pPr>
            <a:lvl4pPr indent="-304800" lvl="3" marL="1828800" algn="ctr">
              <a:lnSpc>
                <a:spcPct val="100000"/>
              </a:lnSpc>
              <a:spcBef>
                <a:spcPts val="0"/>
              </a:spcBef>
              <a:spcAft>
                <a:spcPts val="0"/>
              </a:spcAft>
              <a:buSzPts val="1200"/>
              <a:buChar char="●"/>
              <a:defRPr/>
            </a:lvl4pPr>
            <a:lvl5pPr indent="-304800" lvl="4" marL="2286000" algn="ctr">
              <a:lnSpc>
                <a:spcPct val="100000"/>
              </a:lnSpc>
              <a:spcBef>
                <a:spcPts val="0"/>
              </a:spcBef>
              <a:spcAft>
                <a:spcPts val="0"/>
              </a:spcAft>
              <a:buSzPts val="1200"/>
              <a:buChar char="○"/>
              <a:defRPr/>
            </a:lvl5pPr>
            <a:lvl6pPr indent="-304800" lvl="5" marL="2743200" algn="ctr">
              <a:lnSpc>
                <a:spcPct val="100000"/>
              </a:lnSpc>
              <a:spcBef>
                <a:spcPts val="0"/>
              </a:spcBef>
              <a:spcAft>
                <a:spcPts val="0"/>
              </a:spcAft>
              <a:buSzPts val="1200"/>
              <a:buChar char="■"/>
              <a:defRPr/>
            </a:lvl6pPr>
            <a:lvl7pPr indent="-304800" lvl="6" marL="3200400" algn="ctr">
              <a:lnSpc>
                <a:spcPct val="100000"/>
              </a:lnSpc>
              <a:spcBef>
                <a:spcPts val="0"/>
              </a:spcBef>
              <a:spcAft>
                <a:spcPts val="0"/>
              </a:spcAft>
              <a:buSzPts val="1200"/>
              <a:buChar char="●"/>
              <a:defRPr/>
            </a:lvl7pPr>
            <a:lvl8pPr indent="-304800" lvl="7" marL="3657600" algn="ctr">
              <a:lnSpc>
                <a:spcPct val="100000"/>
              </a:lnSpc>
              <a:spcBef>
                <a:spcPts val="0"/>
              </a:spcBef>
              <a:spcAft>
                <a:spcPts val="0"/>
              </a:spcAft>
              <a:buSzPts val="1200"/>
              <a:buChar char="○"/>
              <a:defRPr/>
            </a:lvl8pPr>
            <a:lvl9pPr indent="-304800" lvl="8" marL="4114800" algn="ctr">
              <a:lnSpc>
                <a:spcPct val="100000"/>
              </a:lnSpc>
              <a:spcBef>
                <a:spcPts val="0"/>
              </a:spcBef>
              <a:spcAft>
                <a:spcPts val="0"/>
              </a:spcAft>
              <a:buSzPts val="12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70" name="Shape 270"/>
        <p:cNvGrpSpPr/>
        <p:nvPr/>
      </p:nvGrpSpPr>
      <p:grpSpPr>
        <a:xfrm>
          <a:off x="0" y="0"/>
          <a:ext cx="0" cy="0"/>
          <a:chOff x="0" y="0"/>
          <a:chExt cx="0" cy="0"/>
        </a:xfrm>
      </p:grpSpPr>
      <p:sp>
        <p:nvSpPr>
          <p:cNvPr id="271" name="Google Shape;271;p42"/>
          <p:cNvSpPr txBox="1"/>
          <p:nvPr>
            <p:ph type="title"/>
          </p:nvPr>
        </p:nvSpPr>
        <p:spPr>
          <a:xfrm>
            <a:off x="1388100" y="1307100"/>
            <a:ext cx="6367800" cy="2529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grpSp>
        <p:nvGrpSpPr>
          <p:cNvPr id="272" name="Google Shape;272;p42"/>
          <p:cNvGrpSpPr/>
          <p:nvPr/>
        </p:nvGrpSpPr>
        <p:grpSpPr>
          <a:xfrm>
            <a:off x="-543852" y="-189596"/>
            <a:ext cx="1449163" cy="1449180"/>
            <a:chOff x="4819589" y="3574675"/>
            <a:chExt cx="872990" cy="873000"/>
          </a:xfrm>
        </p:grpSpPr>
        <p:pic>
          <p:nvPicPr>
            <p:cNvPr id="273" name="Google Shape;273;p42"/>
            <p:cNvPicPr preferRelativeResize="0"/>
            <p:nvPr/>
          </p:nvPicPr>
          <p:blipFill rotWithShape="1">
            <a:blip r:embed="rId2">
              <a:alphaModFix/>
            </a:blip>
            <a:srcRect b="0" l="0" r="0" t="0"/>
            <a:stretch/>
          </p:blipFill>
          <p:spPr>
            <a:xfrm>
              <a:off x="4819589" y="3574675"/>
              <a:ext cx="872990" cy="873000"/>
            </a:xfrm>
            <a:prstGeom prst="rect">
              <a:avLst/>
            </a:prstGeom>
            <a:noFill/>
            <a:ln>
              <a:noFill/>
            </a:ln>
          </p:spPr>
        </p:pic>
        <p:sp>
          <p:nvSpPr>
            <p:cNvPr id="274" name="Google Shape;274;p42"/>
            <p:cNvSpPr/>
            <p:nvPr/>
          </p:nvSpPr>
          <p:spPr>
            <a:xfrm>
              <a:off x="4845500" y="3600525"/>
              <a:ext cx="821400" cy="821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pic>
        <p:nvPicPr>
          <p:cNvPr id="275" name="Google Shape;275;p42"/>
          <p:cNvPicPr preferRelativeResize="0"/>
          <p:nvPr/>
        </p:nvPicPr>
        <p:blipFill rotWithShape="1">
          <a:blip r:embed="rId3">
            <a:alphaModFix/>
          </a:blip>
          <a:srcRect b="0" l="0" r="0" t="0"/>
          <a:stretch/>
        </p:blipFill>
        <p:spPr>
          <a:xfrm>
            <a:off x="-398625" y="825600"/>
            <a:ext cx="1580200" cy="1580200"/>
          </a:xfrm>
          <a:prstGeom prst="rect">
            <a:avLst/>
          </a:prstGeom>
          <a:noFill/>
          <a:ln>
            <a:noFill/>
          </a:ln>
        </p:spPr>
      </p:pic>
      <p:pic>
        <p:nvPicPr>
          <p:cNvPr id="276" name="Google Shape;276;p42"/>
          <p:cNvPicPr preferRelativeResize="0"/>
          <p:nvPr/>
        </p:nvPicPr>
        <p:blipFill rotWithShape="1">
          <a:blip r:embed="rId4">
            <a:alphaModFix/>
          </a:blip>
          <a:srcRect b="0" l="0" r="0" t="0"/>
          <a:stretch/>
        </p:blipFill>
        <p:spPr>
          <a:xfrm>
            <a:off x="8560300" y="3989300"/>
            <a:ext cx="980925" cy="98095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77" name="Shape 277"/>
        <p:cNvGrpSpPr/>
        <p:nvPr/>
      </p:nvGrpSpPr>
      <p:grpSpPr>
        <a:xfrm>
          <a:off x="0" y="0"/>
          <a:ext cx="0" cy="0"/>
          <a:chOff x="0" y="0"/>
          <a:chExt cx="0" cy="0"/>
        </a:xfrm>
      </p:grpSpPr>
      <p:sp>
        <p:nvSpPr>
          <p:cNvPr id="278" name="Google Shape;278;p43"/>
          <p:cNvSpPr txBox="1"/>
          <p:nvPr>
            <p:ph type="title"/>
          </p:nvPr>
        </p:nvSpPr>
        <p:spPr>
          <a:xfrm>
            <a:off x="2241425" y="1293100"/>
            <a:ext cx="4661100" cy="841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600"/>
              <a:buNone/>
              <a:defRPr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79" name="Google Shape;279;p43"/>
          <p:cNvSpPr txBox="1"/>
          <p:nvPr>
            <p:ph idx="1" type="subTitle"/>
          </p:nvPr>
        </p:nvSpPr>
        <p:spPr>
          <a:xfrm>
            <a:off x="2241475" y="2168600"/>
            <a:ext cx="4661100" cy="1681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grpSp>
        <p:nvGrpSpPr>
          <p:cNvPr id="280" name="Google Shape;280;p43"/>
          <p:cNvGrpSpPr/>
          <p:nvPr/>
        </p:nvGrpSpPr>
        <p:grpSpPr>
          <a:xfrm>
            <a:off x="-651212" y="-201934"/>
            <a:ext cx="10917193" cy="6170509"/>
            <a:chOff x="-651212" y="-201934"/>
            <a:chExt cx="10917193" cy="6170509"/>
          </a:xfrm>
        </p:grpSpPr>
        <p:pic>
          <p:nvPicPr>
            <p:cNvPr id="281" name="Google Shape;281;p43"/>
            <p:cNvPicPr preferRelativeResize="0"/>
            <p:nvPr/>
          </p:nvPicPr>
          <p:blipFill rotWithShape="1">
            <a:blip r:embed="rId2">
              <a:alphaModFix/>
            </a:blip>
            <a:srcRect b="3410" l="3400" r="3410" t="3400"/>
            <a:stretch/>
          </p:blipFill>
          <p:spPr>
            <a:xfrm>
              <a:off x="170874" y="3916575"/>
              <a:ext cx="2052000" cy="2052000"/>
            </a:xfrm>
            <a:prstGeom prst="ellipse">
              <a:avLst/>
            </a:prstGeom>
            <a:noFill/>
            <a:ln>
              <a:noFill/>
            </a:ln>
          </p:spPr>
        </p:pic>
        <p:pic>
          <p:nvPicPr>
            <p:cNvPr id="282" name="Google Shape;282;p43"/>
            <p:cNvPicPr preferRelativeResize="0"/>
            <p:nvPr/>
          </p:nvPicPr>
          <p:blipFill rotWithShape="1">
            <a:blip r:embed="rId3">
              <a:alphaModFix/>
            </a:blip>
            <a:srcRect b="0" l="0" r="0" t="0"/>
            <a:stretch/>
          </p:blipFill>
          <p:spPr>
            <a:xfrm>
              <a:off x="-651212" y="2758600"/>
              <a:ext cx="1945575" cy="1945600"/>
            </a:xfrm>
            <a:prstGeom prst="rect">
              <a:avLst/>
            </a:prstGeom>
            <a:noFill/>
            <a:ln>
              <a:noFill/>
            </a:ln>
          </p:spPr>
        </p:pic>
        <p:pic>
          <p:nvPicPr>
            <p:cNvPr id="283" name="Google Shape;283;p43"/>
            <p:cNvPicPr preferRelativeResize="0"/>
            <p:nvPr/>
          </p:nvPicPr>
          <p:blipFill rotWithShape="1">
            <a:blip r:embed="rId4">
              <a:alphaModFix/>
            </a:blip>
            <a:srcRect b="0" l="0" r="0" t="0"/>
            <a:stretch/>
          </p:blipFill>
          <p:spPr>
            <a:xfrm>
              <a:off x="8104831" y="-201934"/>
              <a:ext cx="2161150" cy="2161150"/>
            </a:xfrm>
            <a:prstGeom prst="rect">
              <a:avLst/>
            </a:prstGeom>
            <a:noFill/>
            <a:ln>
              <a:noFill/>
            </a:ln>
          </p:spPr>
        </p:pic>
      </p:grpSp>
      <p:grpSp>
        <p:nvGrpSpPr>
          <p:cNvPr id="284" name="Google Shape;284;p43"/>
          <p:cNvGrpSpPr/>
          <p:nvPr/>
        </p:nvGrpSpPr>
        <p:grpSpPr>
          <a:xfrm>
            <a:off x="945073" y="3227667"/>
            <a:ext cx="1449163" cy="1449180"/>
            <a:chOff x="4819589" y="3574675"/>
            <a:chExt cx="872990" cy="873000"/>
          </a:xfrm>
        </p:grpSpPr>
        <p:pic>
          <p:nvPicPr>
            <p:cNvPr id="285" name="Google Shape;285;p43"/>
            <p:cNvPicPr preferRelativeResize="0"/>
            <p:nvPr/>
          </p:nvPicPr>
          <p:blipFill rotWithShape="1">
            <a:blip r:embed="rId4">
              <a:alphaModFix/>
            </a:blip>
            <a:srcRect b="0" l="0" r="0" t="0"/>
            <a:stretch/>
          </p:blipFill>
          <p:spPr>
            <a:xfrm>
              <a:off x="4819589" y="3574675"/>
              <a:ext cx="872990" cy="873000"/>
            </a:xfrm>
            <a:prstGeom prst="rect">
              <a:avLst/>
            </a:prstGeom>
            <a:noFill/>
            <a:ln>
              <a:noFill/>
            </a:ln>
          </p:spPr>
        </p:pic>
        <p:sp>
          <p:nvSpPr>
            <p:cNvPr id="286" name="Google Shape;286;p43"/>
            <p:cNvSpPr/>
            <p:nvPr/>
          </p:nvSpPr>
          <p:spPr>
            <a:xfrm>
              <a:off x="4845500" y="3600525"/>
              <a:ext cx="821400" cy="821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87" name="Shape 287"/>
        <p:cNvGrpSpPr/>
        <p:nvPr/>
      </p:nvGrpSpPr>
      <p:grpSpPr>
        <a:xfrm>
          <a:off x="0" y="0"/>
          <a:ext cx="0" cy="0"/>
          <a:chOff x="0" y="0"/>
          <a:chExt cx="0" cy="0"/>
        </a:xfrm>
      </p:grpSpPr>
      <p:sp>
        <p:nvSpPr>
          <p:cNvPr id="288" name="Google Shape;288;p44"/>
          <p:cNvSpPr/>
          <p:nvPr>
            <p:ph idx="2" type="pic"/>
          </p:nvPr>
        </p:nvSpPr>
        <p:spPr>
          <a:xfrm>
            <a:off x="0" y="0"/>
            <a:ext cx="9144000" cy="5143500"/>
          </a:xfrm>
          <a:prstGeom prst="rect">
            <a:avLst/>
          </a:prstGeom>
          <a:noFill/>
          <a:ln>
            <a:noFill/>
          </a:ln>
        </p:spPr>
      </p:sp>
      <p:sp>
        <p:nvSpPr>
          <p:cNvPr id="289" name="Google Shape;289;p44"/>
          <p:cNvSpPr txBox="1"/>
          <p:nvPr>
            <p:ph type="title"/>
          </p:nvPr>
        </p:nvSpPr>
        <p:spPr>
          <a:xfrm>
            <a:off x="720000" y="4149450"/>
            <a:ext cx="7704000" cy="459000"/>
          </a:xfrm>
          <a:prstGeom prst="rect">
            <a:avLst/>
          </a:prstGeom>
          <a:solidFill>
            <a:schemeClr val="lt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8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290" name="Shape 290"/>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291" name="Shape 291"/>
        <p:cNvGrpSpPr/>
        <p:nvPr/>
      </p:nvGrpSpPr>
      <p:grpSpPr>
        <a:xfrm>
          <a:off x="0" y="0"/>
          <a:ext cx="0" cy="0"/>
          <a:chOff x="0" y="0"/>
          <a:chExt cx="0" cy="0"/>
        </a:xfrm>
      </p:grpSpPr>
      <p:grpSp>
        <p:nvGrpSpPr>
          <p:cNvPr id="292" name="Google Shape;292;p46"/>
          <p:cNvGrpSpPr/>
          <p:nvPr/>
        </p:nvGrpSpPr>
        <p:grpSpPr>
          <a:xfrm>
            <a:off x="589200" y="-590351"/>
            <a:ext cx="1560389" cy="6480283"/>
            <a:chOff x="589200" y="-590351"/>
            <a:chExt cx="1560389" cy="6480283"/>
          </a:xfrm>
        </p:grpSpPr>
        <p:grpSp>
          <p:nvGrpSpPr>
            <p:cNvPr id="293" name="Google Shape;293;p46"/>
            <p:cNvGrpSpPr/>
            <p:nvPr/>
          </p:nvGrpSpPr>
          <p:grpSpPr>
            <a:xfrm>
              <a:off x="589200" y="-590351"/>
              <a:ext cx="1560389" cy="1560408"/>
              <a:chOff x="1351185" y="2656117"/>
              <a:chExt cx="821257" cy="821268"/>
            </a:xfrm>
          </p:grpSpPr>
          <p:pic>
            <p:nvPicPr>
              <p:cNvPr id="294" name="Google Shape;294;p46"/>
              <p:cNvPicPr preferRelativeResize="0"/>
              <p:nvPr/>
            </p:nvPicPr>
            <p:blipFill rotWithShape="1">
              <a:blip r:embed="rId2">
                <a:alphaModFix/>
              </a:blip>
              <a:srcRect b="0" l="0" r="0" t="0"/>
              <a:stretch/>
            </p:blipFill>
            <p:spPr>
              <a:xfrm>
                <a:off x="1351185" y="2656117"/>
                <a:ext cx="821257" cy="821268"/>
              </a:xfrm>
              <a:prstGeom prst="rect">
                <a:avLst/>
              </a:prstGeom>
              <a:noFill/>
              <a:ln>
                <a:noFill/>
              </a:ln>
            </p:spPr>
          </p:pic>
          <p:sp>
            <p:nvSpPr>
              <p:cNvPr id="295" name="Google Shape;295;p46"/>
              <p:cNvSpPr/>
              <p:nvPr/>
            </p:nvSpPr>
            <p:spPr>
              <a:xfrm>
                <a:off x="1388300" y="2693250"/>
                <a:ext cx="747000" cy="747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nvGrpSpPr>
            <p:cNvPr id="296" name="Google Shape;296;p46"/>
            <p:cNvGrpSpPr/>
            <p:nvPr/>
          </p:nvGrpSpPr>
          <p:grpSpPr>
            <a:xfrm>
              <a:off x="865884" y="4885545"/>
              <a:ext cx="1004375" cy="1004387"/>
              <a:chOff x="7555905" y="3574675"/>
              <a:chExt cx="872990" cy="873000"/>
            </a:xfrm>
          </p:grpSpPr>
          <p:pic>
            <p:nvPicPr>
              <p:cNvPr id="297" name="Google Shape;297;p46"/>
              <p:cNvPicPr preferRelativeResize="0"/>
              <p:nvPr/>
            </p:nvPicPr>
            <p:blipFill rotWithShape="1">
              <a:blip r:embed="rId3">
                <a:alphaModFix/>
              </a:blip>
              <a:srcRect b="0" l="0" r="0" t="0"/>
              <a:stretch/>
            </p:blipFill>
            <p:spPr>
              <a:xfrm>
                <a:off x="7555905" y="3574675"/>
                <a:ext cx="872990" cy="873000"/>
              </a:xfrm>
              <a:prstGeom prst="rect">
                <a:avLst/>
              </a:prstGeom>
              <a:noFill/>
              <a:ln>
                <a:noFill/>
              </a:ln>
            </p:spPr>
          </p:pic>
          <p:sp>
            <p:nvSpPr>
              <p:cNvPr id="298" name="Google Shape;298;p46"/>
              <p:cNvSpPr/>
              <p:nvPr/>
            </p:nvSpPr>
            <p:spPr>
              <a:xfrm>
                <a:off x="7577525" y="3596300"/>
                <a:ext cx="830100" cy="8301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grpSp>
        <p:nvGrpSpPr>
          <p:cNvPr id="299" name="Google Shape;299;p46"/>
          <p:cNvGrpSpPr/>
          <p:nvPr/>
        </p:nvGrpSpPr>
        <p:grpSpPr>
          <a:xfrm>
            <a:off x="-859609" y="-1141088"/>
            <a:ext cx="10434933" cy="7031088"/>
            <a:chOff x="-859609" y="-1141088"/>
            <a:chExt cx="10434933" cy="7031088"/>
          </a:xfrm>
        </p:grpSpPr>
        <p:pic>
          <p:nvPicPr>
            <p:cNvPr id="300" name="Google Shape;300;p46"/>
            <p:cNvPicPr preferRelativeResize="0"/>
            <p:nvPr/>
          </p:nvPicPr>
          <p:blipFill rotWithShape="1">
            <a:blip r:embed="rId2">
              <a:alphaModFix/>
            </a:blip>
            <a:srcRect b="0" l="0" r="0" t="0"/>
            <a:stretch/>
          </p:blipFill>
          <p:spPr>
            <a:xfrm>
              <a:off x="304472" y="3410692"/>
              <a:ext cx="821257" cy="821268"/>
            </a:xfrm>
            <a:prstGeom prst="rect">
              <a:avLst/>
            </a:prstGeom>
            <a:noFill/>
            <a:ln>
              <a:noFill/>
            </a:ln>
          </p:spPr>
        </p:pic>
        <p:pic>
          <p:nvPicPr>
            <p:cNvPr id="301" name="Google Shape;301;p46"/>
            <p:cNvPicPr preferRelativeResize="0"/>
            <p:nvPr/>
          </p:nvPicPr>
          <p:blipFill rotWithShape="1">
            <a:blip r:embed="rId4">
              <a:alphaModFix/>
            </a:blip>
            <a:srcRect b="0" l="0" r="0" t="0"/>
            <a:stretch/>
          </p:blipFill>
          <p:spPr>
            <a:xfrm>
              <a:off x="3635690" y="-590350"/>
              <a:ext cx="872990" cy="873000"/>
            </a:xfrm>
            <a:prstGeom prst="rect">
              <a:avLst/>
            </a:prstGeom>
            <a:noFill/>
            <a:ln>
              <a:noFill/>
            </a:ln>
          </p:spPr>
        </p:pic>
        <p:pic>
          <p:nvPicPr>
            <p:cNvPr id="302" name="Google Shape;302;p46"/>
            <p:cNvPicPr preferRelativeResize="0"/>
            <p:nvPr/>
          </p:nvPicPr>
          <p:blipFill rotWithShape="1">
            <a:blip r:embed="rId5">
              <a:alphaModFix/>
            </a:blip>
            <a:srcRect b="3410" l="3400" r="3410" t="3400"/>
            <a:stretch/>
          </p:blipFill>
          <p:spPr>
            <a:xfrm>
              <a:off x="7540124" y="3854800"/>
              <a:ext cx="2035200" cy="2035200"/>
            </a:xfrm>
            <a:prstGeom prst="ellipse">
              <a:avLst/>
            </a:prstGeom>
            <a:noFill/>
            <a:ln>
              <a:noFill/>
            </a:ln>
          </p:spPr>
        </p:pic>
        <p:pic>
          <p:nvPicPr>
            <p:cNvPr id="303" name="Google Shape;303;p46"/>
            <p:cNvPicPr preferRelativeResize="0"/>
            <p:nvPr/>
          </p:nvPicPr>
          <p:blipFill rotWithShape="1">
            <a:blip r:embed="rId6">
              <a:alphaModFix/>
            </a:blip>
            <a:srcRect b="2606" l="2605" r="2606" t="2605"/>
            <a:stretch/>
          </p:blipFill>
          <p:spPr>
            <a:xfrm>
              <a:off x="6741033" y="-1141088"/>
              <a:ext cx="1734300" cy="1734300"/>
            </a:xfrm>
            <a:prstGeom prst="ellipse">
              <a:avLst/>
            </a:prstGeom>
            <a:noFill/>
            <a:ln>
              <a:noFill/>
            </a:ln>
          </p:spPr>
        </p:pic>
        <p:pic>
          <p:nvPicPr>
            <p:cNvPr id="304" name="Google Shape;304;p46"/>
            <p:cNvPicPr preferRelativeResize="0"/>
            <p:nvPr/>
          </p:nvPicPr>
          <p:blipFill rotWithShape="1">
            <a:blip r:embed="rId7">
              <a:alphaModFix/>
            </a:blip>
            <a:srcRect b="0" l="0" r="0" t="0"/>
            <a:stretch/>
          </p:blipFill>
          <p:spPr>
            <a:xfrm>
              <a:off x="-859609" y="198325"/>
              <a:ext cx="2520075" cy="2520075"/>
            </a:xfrm>
            <a:prstGeom prst="rect">
              <a:avLst/>
            </a:prstGeom>
            <a:noFill/>
            <a:ln>
              <a:noFill/>
            </a:ln>
          </p:spPr>
        </p:pic>
      </p:grpSp>
      <p:grpSp>
        <p:nvGrpSpPr>
          <p:cNvPr id="305" name="Google Shape;305;p46"/>
          <p:cNvGrpSpPr/>
          <p:nvPr/>
        </p:nvGrpSpPr>
        <p:grpSpPr>
          <a:xfrm>
            <a:off x="160296" y="198319"/>
            <a:ext cx="9335330" cy="3812349"/>
            <a:chOff x="160296" y="198319"/>
            <a:chExt cx="9335330" cy="3812349"/>
          </a:xfrm>
        </p:grpSpPr>
        <p:grpSp>
          <p:nvGrpSpPr>
            <p:cNvPr id="306" name="Google Shape;306;p46"/>
            <p:cNvGrpSpPr/>
            <p:nvPr/>
          </p:nvGrpSpPr>
          <p:grpSpPr>
            <a:xfrm>
              <a:off x="8393114" y="2908156"/>
              <a:ext cx="1102512" cy="1102512"/>
              <a:chOff x="6919815" y="2656128"/>
              <a:chExt cx="873000" cy="873000"/>
            </a:xfrm>
          </p:grpSpPr>
          <p:pic>
            <p:nvPicPr>
              <p:cNvPr id="307" name="Google Shape;307;p46"/>
              <p:cNvPicPr preferRelativeResize="0"/>
              <p:nvPr/>
            </p:nvPicPr>
            <p:blipFill rotWithShape="1">
              <a:blip r:embed="rId8">
                <a:alphaModFix/>
              </a:blip>
              <a:srcRect b="2802" l="2794" r="2802" t="2794"/>
              <a:stretch/>
            </p:blipFill>
            <p:spPr>
              <a:xfrm>
                <a:off x="6919815" y="2656128"/>
                <a:ext cx="873000" cy="873000"/>
              </a:xfrm>
              <a:prstGeom prst="ellipse">
                <a:avLst/>
              </a:prstGeom>
              <a:noFill/>
              <a:ln>
                <a:noFill/>
              </a:ln>
            </p:spPr>
          </p:pic>
          <p:sp>
            <p:nvSpPr>
              <p:cNvPr id="308" name="Google Shape;308;p46"/>
              <p:cNvSpPr/>
              <p:nvPr/>
            </p:nvSpPr>
            <p:spPr>
              <a:xfrm>
                <a:off x="6934350" y="2667600"/>
                <a:ext cx="843900" cy="8439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nvGrpSpPr>
            <p:cNvPr id="309" name="Google Shape;309;p46"/>
            <p:cNvGrpSpPr/>
            <p:nvPr/>
          </p:nvGrpSpPr>
          <p:grpSpPr>
            <a:xfrm>
              <a:off x="7877647" y="198319"/>
              <a:ext cx="1102499" cy="1102512"/>
              <a:chOff x="6187747" y="3574675"/>
              <a:chExt cx="872990" cy="873000"/>
            </a:xfrm>
          </p:grpSpPr>
          <p:pic>
            <p:nvPicPr>
              <p:cNvPr id="310" name="Google Shape;310;p46"/>
              <p:cNvPicPr preferRelativeResize="0"/>
              <p:nvPr/>
            </p:nvPicPr>
            <p:blipFill rotWithShape="1">
              <a:blip r:embed="rId9">
                <a:alphaModFix/>
              </a:blip>
              <a:srcRect b="0" l="0" r="0" t="0"/>
              <a:stretch/>
            </p:blipFill>
            <p:spPr>
              <a:xfrm>
                <a:off x="6187747" y="3574675"/>
                <a:ext cx="872990" cy="873000"/>
              </a:xfrm>
              <a:prstGeom prst="rect">
                <a:avLst/>
              </a:prstGeom>
              <a:noFill/>
              <a:ln>
                <a:noFill/>
              </a:ln>
            </p:spPr>
          </p:pic>
          <p:sp>
            <p:nvSpPr>
              <p:cNvPr id="311" name="Google Shape;311;p46"/>
              <p:cNvSpPr/>
              <p:nvPr/>
            </p:nvSpPr>
            <p:spPr>
              <a:xfrm>
                <a:off x="6216900" y="3603838"/>
                <a:ext cx="814800" cy="814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nvGrpSpPr>
            <p:cNvPr id="312" name="Google Shape;312;p46"/>
            <p:cNvGrpSpPr/>
            <p:nvPr/>
          </p:nvGrpSpPr>
          <p:grpSpPr>
            <a:xfrm>
              <a:off x="160296" y="2026607"/>
              <a:ext cx="1580199" cy="1580130"/>
              <a:chOff x="715105" y="3574675"/>
              <a:chExt cx="872990" cy="873000"/>
            </a:xfrm>
          </p:grpSpPr>
          <p:pic>
            <p:nvPicPr>
              <p:cNvPr id="313" name="Google Shape;313;p46"/>
              <p:cNvPicPr preferRelativeResize="0"/>
              <p:nvPr/>
            </p:nvPicPr>
            <p:blipFill rotWithShape="1">
              <a:blip r:embed="rId7">
                <a:alphaModFix/>
              </a:blip>
              <a:srcRect b="0" l="0" r="0" t="0"/>
              <a:stretch/>
            </p:blipFill>
            <p:spPr>
              <a:xfrm>
                <a:off x="715105" y="3574675"/>
                <a:ext cx="872990" cy="873000"/>
              </a:xfrm>
              <a:prstGeom prst="rect">
                <a:avLst/>
              </a:prstGeom>
              <a:noFill/>
              <a:ln>
                <a:noFill/>
              </a:ln>
            </p:spPr>
          </p:pic>
          <p:sp>
            <p:nvSpPr>
              <p:cNvPr id="314" name="Google Shape;314;p46"/>
              <p:cNvSpPr/>
              <p:nvPr/>
            </p:nvSpPr>
            <p:spPr>
              <a:xfrm>
                <a:off x="740924" y="3600500"/>
                <a:ext cx="821400" cy="821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315" name="Shape 315"/>
        <p:cNvGrpSpPr/>
        <p:nvPr/>
      </p:nvGrpSpPr>
      <p:grpSpPr>
        <a:xfrm>
          <a:off x="0" y="0"/>
          <a:ext cx="0" cy="0"/>
          <a:chOff x="0" y="0"/>
          <a:chExt cx="0" cy="0"/>
        </a:xfrm>
      </p:grpSpPr>
      <p:grpSp>
        <p:nvGrpSpPr>
          <p:cNvPr id="316" name="Google Shape;316;p47"/>
          <p:cNvGrpSpPr/>
          <p:nvPr/>
        </p:nvGrpSpPr>
        <p:grpSpPr>
          <a:xfrm>
            <a:off x="-296985" y="242847"/>
            <a:ext cx="10483710" cy="5110028"/>
            <a:chOff x="-296985" y="242847"/>
            <a:chExt cx="10483710" cy="5110028"/>
          </a:xfrm>
        </p:grpSpPr>
        <p:pic>
          <p:nvPicPr>
            <p:cNvPr id="317" name="Google Shape;317;p47"/>
            <p:cNvPicPr preferRelativeResize="0"/>
            <p:nvPr/>
          </p:nvPicPr>
          <p:blipFill rotWithShape="1">
            <a:blip r:embed="rId2">
              <a:alphaModFix/>
            </a:blip>
            <a:srcRect b="0" l="0" r="0" t="0"/>
            <a:stretch/>
          </p:blipFill>
          <p:spPr>
            <a:xfrm>
              <a:off x="7072215" y="728916"/>
              <a:ext cx="873000" cy="873000"/>
            </a:xfrm>
            <a:prstGeom prst="rect">
              <a:avLst/>
            </a:prstGeom>
            <a:noFill/>
            <a:ln>
              <a:noFill/>
            </a:ln>
          </p:spPr>
        </p:pic>
        <p:pic>
          <p:nvPicPr>
            <p:cNvPr id="318" name="Google Shape;318;p47"/>
            <p:cNvPicPr preferRelativeResize="0"/>
            <p:nvPr/>
          </p:nvPicPr>
          <p:blipFill rotWithShape="1">
            <a:blip r:embed="rId3">
              <a:alphaModFix/>
            </a:blip>
            <a:srcRect b="0" l="0" r="0" t="0"/>
            <a:stretch/>
          </p:blipFill>
          <p:spPr>
            <a:xfrm>
              <a:off x="253438" y="4316500"/>
              <a:ext cx="1036375" cy="1036375"/>
            </a:xfrm>
            <a:prstGeom prst="rect">
              <a:avLst/>
            </a:prstGeom>
            <a:noFill/>
            <a:ln>
              <a:noFill/>
            </a:ln>
          </p:spPr>
        </p:pic>
        <p:pic>
          <p:nvPicPr>
            <p:cNvPr id="319" name="Google Shape;319;p47"/>
            <p:cNvPicPr preferRelativeResize="0"/>
            <p:nvPr/>
          </p:nvPicPr>
          <p:blipFill rotWithShape="1">
            <a:blip r:embed="rId4">
              <a:alphaModFix/>
            </a:blip>
            <a:srcRect b="0" l="0" r="0" t="0"/>
            <a:stretch/>
          </p:blipFill>
          <p:spPr>
            <a:xfrm>
              <a:off x="136451" y="728923"/>
              <a:ext cx="733025" cy="733025"/>
            </a:xfrm>
            <a:prstGeom prst="rect">
              <a:avLst/>
            </a:prstGeom>
            <a:noFill/>
            <a:ln>
              <a:noFill/>
            </a:ln>
          </p:spPr>
        </p:pic>
        <p:pic>
          <p:nvPicPr>
            <p:cNvPr id="320" name="Google Shape;320;p47"/>
            <p:cNvPicPr preferRelativeResize="0"/>
            <p:nvPr/>
          </p:nvPicPr>
          <p:blipFill rotWithShape="1">
            <a:blip r:embed="rId5">
              <a:alphaModFix/>
            </a:blip>
            <a:srcRect b="0" l="0" r="0" t="0"/>
            <a:stretch/>
          </p:blipFill>
          <p:spPr>
            <a:xfrm>
              <a:off x="-296985" y="1754216"/>
              <a:ext cx="2024150" cy="2024175"/>
            </a:xfrm>
            <a:prstGeom prst="rect">
              <a:avLst/>
            </a:prstGeom>
            <a:noFill/>
            <a:ln>
              <a:noFill/>
            </a:ln>
          </p:spPr>
        </p:pic>
        <p:pic>
          <p:nvPicPr>
            <p:cNvPr id="321" name="Google Shape;321;p47"/>
            <p:cNvPicPr preferRelativeResize="0"/>
            <p:nvPr/>
          </p:nvPicPr>
          <p:blipFill rotWithShape="1">
            <a:blip r:embed="rId6">
              <a:alphaModFix/>
            </a:blip>
            <a:srcRect b="0" l="0" r="0" t="0"/>
            <a:stretch/>
          </p:blipFill>
          <p:spPr>
            <a:xfrm>
              <a:off x="8400074" y="242847"/>
              <a:ext cx="644750" cy="644775"/>
            </a:xfrm>
            <a:prstGeom prst="rect">
              <a:avLst/>
            </a:prstGeom>
            <a:noFill/>
            <a:ln>
              <a:noFill/>
            </a:ln>
          </p:spPr>
        </p:pic>
        <p:pic>
          <p:nvPicPr>
            <p:cNvPr id="322" name="Google Shape;322;p47"/>
            <p:cNvPicPr preferRelativeResize="0"/>
            <p:nvPr/>
          </p:nvPicPr>
          <p:blipFill rotWithShape="1">
            <a:blip r:embed="rId7">
              <a:alphaModFix/>
            </a:blip>
            <a:srcRect b="0" l="0" r="0" t="0"/>
            <a:stretch/>
          </p:blipFill>
          <p:spPr>
            <a:xfrm>
              <a:off x="7546875" y="2011438"/>
              <a:ext cx="2639850" cy="2639900"/>
            </a:xfrm>
            <a:prstGeom prst="rect">
              <a:avLst/>
            </a:prstGeom>
            <a:noFill/>
            <a:ln>
              <a:noFill/>
            </a:ln>
          </p:spPr>
        </p:pic>
      </p:grpSp>
      <p:grpSp>
        <p:nvGrpSpPr>
          <p:cNvPr id="323" name="Google Shape;323;p47"/>
          <p:cNvGrpSpPr/>
          <p:nvPr/>
        </p:nvGrpSpPr>
        <p:grpSpPr>
          <a:xfrm>
            <a:off x="434597" y="-624051"/>
            <a:ext cx="8724353" cy="6440702"/>
            <a:chOff x="434597" y="-624051"/>
            <a:chExt cx="8724353" cy="6440702"/>
          </a:xfrm>
        </p:grpSpPr>
        <p:grpSp>
          <p:nvGrpSpPr>
            <p:cNvPr id="324" name="Google Shape;324;p47"/>
            <p:cNvGrpSpPr/>
            <p:nvPr/>
          </p:nvGrpSpPr>
          <p:grpSpPr>
            <a:xfrm>
              <a:off x="434597" y="-624038"/>
              <a:ext cx="1102512" cy="1102512"/>
              <a:chOff x="2704540" y="2630250"/>
              <a:chExt cx="873000" cy="873000"/>
            </a:xfrm>
          </p:grpSpPr>
          <p:pic>
            <p:nvPicPr>
              <p:cNvPr id="325" name="Google Shape;325;p47"/>
              <p:cNvPicPr preferRelativeResize="0"/>
              <p:nvPr/>
            </p:nvPicPr>
            <p:blipFill rotWithShape="1">
              <a:blip r:embed="rId8">
                <a:alphaModFix/>
              </a:blip>
              <a:srcRect b="3375" l="3366" r="3375" t="3366"/>
              <a:stretch/>
            </p:blipFill>
            <p:spPr>
              <a:xfrm>
                <a:off x="2704540" y="2630250"/>
                <a:ext cx="873000" cy="873000"/>
              </a:xfrm>
              <a:prstGeom prst="ellipse">
                <a:avLst/>
              </a:prstGeom>
              <a:noFill/>
              <a:ln>
                <a:noFill/>
              </a:ln>
            </p:spPr>
          </p:pic>
          <p:sp>
            <p:nvSpPr>
              <p:cNvPr id="326" name="Google Shape;326;p47"/>
              <p:cNvSpPr/>
              <p:nvPr/>
            </p:nvSpPr>
            <p:spPr>
              <a:xfrm>
                <a:off x="2720287" y="2646050"/>
                <a:ext cx="841500" cy="8415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nvGrpSpPr>
            <p:cNvPr id="327" name="Google Shape;327;p47"/>
            <p:cNvGrpSpPr/>
            <p:nvPr/>
          </p:nvGrpSpPr>
          <p:grpSpPr>
            <a:xfrm>
              <a:off x="7731369" y="1055512"/>
              <a:ext cx="1102499" cy="1102512"/>
              <a:chOff x="4109629" y="2630250"/>
              <a:chExt cx="872990" cy="873000"/>
            </a:xfrm>
          </p:grpSpPr>
          <p:pic>
            <p:nvPicPr>
              <p:cNvPr id="328" name="Google Shape;328;p47"/>
              <p:cNvPicPr preferRelativeResize="0"/>
              <p:nvPr/>
            </p:nvPicPr>
            <p:blipFill rotWithShape="1">
              <a:blip r:embed="rId4">
                <a:alphaModFix/>
              </a:blip>
              <a:srcRect b="0" l="0" r="0" t="0"/>
              <a:stretch/>
            </p:blipFill>
            <p:spPr>
              <a:xfrm>
                <a:off x="4109629" y="2630250"/>
                <a:ext cx="872990" cy="873000"/>
              </a:xfrm>
              <a:prstGeom prst="rect">
                <a:avLst/>
              </a:prstGeom>
              <a:noFill/>
              <a:ln>
                <a:noFill/>
              </a:ln>
            </p:spPr>
          </p:pic>
          <p:sp>
            <p:nvSpPr>
              <p:cNvPr id="329" name="Google Shape;329;p47"/>
              <p:cNvSpPr/>
              <p:nvPr/>
            </p:nvSpPr>
            <p:spPr>
              <a:xfrm>
                <a:off x="4135475" y="2656100"/>
                <a:ext cx="821400" cy="821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nvGrpSpPr>
            <p:cNvPr id="330" name="Google Shape;330;p47"/>
            <p:cNvGrpSpPr/>
            <p:nvPr/>
          </p:nvGrpSpPr>
          <p:grpSpPr>
            <a:xfrm>
              <a:off x="7844760" y="4714139"/>
              <a:ext cx="1102512" cy="1102512"/>
              <a:chOff x="5514717" y="2630250"/>
              <a:chExt cx="873000" cy="873000"/>
            </a:xfrm>
          </p:grpSpPr>
          <p:pic>
            <p:nvPicPr>
              <p:cNvPr id="331" name="Google Shape;331;p47"/>
              <p:cNvPicPr preferRelativeResize="0"/>
              <p:nvPr/>
            </p:nvPicPr>
            <p:blipFill rotWithShape="1">
              <a:blip r:embed="rId9">
                <a:alphaModFix/>
              </a:blip>
              <a:srcRect b="2606" l="2605" r="2606" t="2605"/>
              <a:stretch/>
            </p:blipFill>
            <p:spPr>
              <a:xfrm>
                <a:off x="5514717" y="2630250"/>
                <a:ext cx="873000" cy="873000"/>
              </a:xfrm>
              <a:prstGeom prst="ellipse">
                <a:avLst/>
              </a:prstGeom>
              <a:noFill/>
              <a:ln>
                <a:noFill/>
              </a:ln>
            </p:spPr>
          </p:pic>
          <p:sp>
            <p:nvSpPr>
              <p:cNvPr id="332" name="Google Shape;332;p47"/>
              <p:cNvSpPr/>
              <p:nvPr/>
            </p:nvSpPr>
            <p:spPr>
              <a:xfrm>
                <a:off x="5528263" y="2643763"/>
                <a:ext cx="846000" cy="846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nvGrpSpPr>
            <p:cNvPr id="333" name="Google Shape;333;p47"/>
            <p:cNvGrpSpPr/>
            <p:nvPr/>
          </p:nvGrpSpPr>
          <p:grpSpPr>
            <a:xfrm rot="10800000">
              <a:off x="869472" y="3504894"/>
              <a:ext cx="1102499" cy="1102512"/>
              <a:chOff x="4819589" y="3574675"/>
              <a:chExt cx="872990" cy="873000"/>
            </a:xfrm>
          </p:grpSpPr>
          <p:pic>
            <p:nvPicPr>
              <p:cNvPr id="334" name="Google Shape;334;p47"/>
              <p:cNvPicPr preferRelativeResize="0"/>
              <p:nvPr/>
            </p:nvPicPr>
            <p:blipFill rotWithShape="1">
              <a:blip r:embed="rId5">
                <a:alphaModFix/>
              </a:blip>
              <a:srcRect b="0" l="0" r="0" t="0"/>
              <a:stretch/>
            </p:blipFill>
            <p:spPr>
              <a:xfrm>
                <a:off x="4819589" y="3574675"/>
                <a:ext cx="872990" cy="873000"/>
              </a:xfrm>
              <a:prstGeom prst="rect">
                <a:avLst/>
              </a:prstGeom>
              <a:noFill/>
              <a:ln>
                <a:noFill/>
              </a:ln>
            </p:spPr>
          </p:pic>
          <p:sp>
            <p:nvSpPr>
              <p:cNvPr id="335" name="Google Shape;335;p47"/>
              <p:cNvSpPr/>
              <p:nvPr/>
            </p:nvSpPr>
            <p:spPr>
              <a:xfrm>
                <a:off x="4845500" y="3600525"/>
                <a:ext cx="821400" cy="8214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nvGrpSpPr>
            <p:cNvPr id="336" name="Google Shape;336;p47"/>
            <p:cNvGrpSpPr/>
            <p:nvPr/>
          </p:nvGrpSpPr>
          <p:grpSpPr>
            <a:xfrm>
              <a:off x="8285950" y="-624051"/>
              <a:ext cx="873000" cy="873000"/>
              <a:chOff x="3451421" y="3574675"/>
              <a:chExt cx="873000" cy="873000"/>
            </a:xfrm>
          </p:grpSpPr>
          <p:pic>
            <p:nvPicPr>
              <p:cNvPr id="337" name="Google Shape;337;p47"/>
              <p:cNvPicPr preferRelativeResize="0"/>
              <p:nvPr/>
            </p:nvPicPr>
            <p:blipFill rotWithShape="1">
              <a:blip r:embed="rId10">
                <a:alphaModFix/>
              </a:blip>
              <a:srcRect b="3410" l="3400" r="3410" t="3400"/>
              <a:stretch/>
            </p:blipFill>
            <p:spPr>
              <a:xfrm>
                <a:off x="3451421" y="3574675"/>
                <a:ext cx="873000" cy="873000"/>
              </a:xfrm>
              <a:prstGeom prst="ellipse">
                <a:avLst/>
              </a:prstGeom>
              <a:noFill/>
              <a:ln>
                <a:noFill/>
              </a:ln>
            </p:spPr>
          </p:pic>
          <p:sp>
            <p:nvSpPr>
              <p:cNvPr id="338" name="Google Shape;338;p47"/>
              <p:cNvSpPr/>
              <p:nvPr/>
            </p:nvSpPr>
            <p:spPr>
              <a:xfrm>
                <a:off x="3466288" y="3589525"/>
                <a:ext cx="843300" cy="8433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2.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715100" y="445025"/>
            <a:ext cx="77139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Michroma"/>
              <a:buNone/>
              <a:defRPr b="0" i="0" sz="3000" u="none" cap="none" strike="noStrike">
                <a:solidFill>
                  <a:schemeClr val="dk1"/>
                </a:solidFill>
                <a:latin typeface="Michroma"/>
                <a:ea typeface="Michroma"/>
                <a:cs typeface="Michroma"/>
                <a:sym typeface="Michroma"/>
              </a:defRPr>
            </a:lvl1pPr>
            <a:lvl2pPr lvl="1" marR="0" rtl="0" algn="l">
              <a:lnSpc>
                <a:spcPct val="100000"/>
              </a:lnSpc>
              <a:spcBef>
                <a:spcPts val="0"/>
              </a:spcBef>
              <a:spcAft>
                <a:spcPts val="0"/>
              </a:spcAft>
              <a:buClr>
                <a:schemeClr val="dk1"/>
              </a:buClr>
              <a:buSzPts val="3000"/>
              <a:buFont typeface="Michroma"/>
              <a:buNone/>
              <a:defRPr b="1" i="0" sz="3000" u="none" cap="none" strike="noStrike">
                <a:solidFill>
                  <a:schemeClr val="dk1"/>
                </a:solidFill>
                <a:latin typeface="Michroma"/>
                <a:ea typeface="Michroma"/>
                <a:cs typeface="Michroma"/>
                <a:sym typeface="Michroma"/>
              </a:defRPr>
            </a:lvl2pPr>
            <a:lvl3pPr lvl="2" marR="0" rtl="0" algn="l">
              <a:lnSpc>
                <a:spcPct val="100000"/>
              </a:lnSpc>
              <a:spcBef>
                <a:spcPts val="0"/>
              </a:spcBef>
              <a:spcAft>
                <a:spcPts val="0"/>
              </a:spcAft>
              <a:buClr>
                <a:schemeClr val="dk1"/>
              </a:buClr>
              <a:buSzPts val="3000"/>
              <a:buFont typeface="Michroma"/>
              <a:buNone/>
              <a:defRPr b="1" i="0" sz="3000" u="none" cap="none" strike="noStrike">
                <a:solidFill>
                  <a:schemeClr val="dk1"/>
                </a:solidFill>
                <a:latin typeface="Michroma"/>
                <a:ea typeface="Michroma"/>
                <a:cs typeface="Michroma"/>
                <a:sym typeface="Michroma"/>
              </a:defRPr>
            </a:lvl3pPr>
            <a:lvl4pPr lvl="3" marR="0" rtl="0" algn="l">
              <a:lnSpc>
                <a:spcPct val="100000"/>
              </a:lnSpc>
              <a:spcBef>
                <a:spcPts val="0"/>
              </a:spcBef>
              <a:spcAft>
                <a:spcPts val="0"/>
              </a:spcAft>
              <a:buClr>
                <a:schemeClr val="dk1"/>
              </a:buClr>
              <a:buSzPts val="3000"/>
              <a:buFont typeface="Michroma"/>
              <a:buNone/>
              <a:defRPr b="1" i="0" sz="3000" u="none" cap="none" strike="noStrike">
                <a:solidFill>
                  <a:schemeClr val="dk1"/>
                </a:solidFill>
                <a:latin typeface="Michroma"/>
                <a:ea typeface="Michroma"/>
                <a:cs typeface="Michroma"/>
                <a:sym typeface="Michroma"/>
              </a:defRPr>
            </a:lvl4pPr>
            <a:lvl5pPr lvl="4" marR="0" rtl="0" algn="l">
              <a:lnSpc>
                <a:spcPct val="100000"/>
              </a:lnSpc>
              <a:spcBef>
                <a:spcPts val="0"/>
              </a:spcBef>
              <a:spcAft>
                <a:spcPts val="0"/>
              </a:spcAft>
              <a:buClr>
                <a:schemeClr val="dk1"/>
              </a:buClr>
              <a:buSzPts val="3000"/>
              <a:buFont typeface="Michroma"/>
              <a:buNone/>
              <a:defRPr b="1" i="0" sz="3000" u="none" cap="none" strike="noStrike">
                <a:solidFill>
                  <a:schemeClr val="dk1"/>
                </a:solidFill>
                <a:latin typeface="Michroma"/>
                <a:ea typeface="Michroma"/>
                <a:cs typeface="Michroma"/>
                <a:sym typeface="Michroma"/>
              </a:defRPr>
            </a:lvl5pPr>
            <a:lvl6pPr lvl="5" marR="0" rtl="0" algn="l">
              <a:lnSpc>
                <a:spcPct val="100000"/>
              </a:lnSpc>
              <a:spcBef>
                <a:spcPts val="0"/>
              </a:spcBef>
              <a:spcAft>
                <a:spcPts val="0"/>
              </a:spcAft>
              <a:buClr>
                <a:schemeClr val="dk1"/>
              </a:buClr>
              <a:buSzPts val="3000"/>
              <a:buFont typeface="Michroma"/>
              <a:buNone/>
              <a:defRPr b="1" i="0" sz="3000" u="none" cap="none" strike="noStrike">
                <a:solidFill>
                  <a:schemeClr val="dk1"/>
                </a:solidFill>
                <a:latin typeface="Michroma"/>
                <a:ea typeface="Michroma"/>
                <a:cs typeface="Michroma"/>
                <a:sym typeface="Michroma"/>
              </a:defRPr>
            </a:lvl6pPr>
            <a:lvl7pPr lvl="6" marR="0" rtl="0" algn="l">
              <a:lnSpc>
                <a:spcPct val="100000"/>
              </a:lnSpc>
              <a:spcBef>
                <a:spcPts val="0"/>
              </a:spcBef>
              <a:spcAft>
                <a:spcPts val="0"/>
              </a:spcAft>
              <a:buClr>
                <a:schemeClr val="dk1"/>
              </a:buClr>
              <a:buSzPts val="3000"/>
              <a:buFont typeface="Michroma"/>
              <a:buNone/>
              <a:defRPr b="1" i="0" sz="3000" u="none" cap="none" strike="noStrike">
                <a:solidFill>
                  <a:schemeClr val="dk1"/>
                </a:solidFill>
                <a:latin typeface="Michroma"/>
                <a:ea typeface="Michroma"/>
                <a:cs typeface="Michroma"/>
                <a:sym typeface="Michroma"/>
              </a:defRPr>
            </a:lvl7pPr>
            <a:lvl8pPr lvl="7" marR="0" rtl="0" algn="l">
              <a:lnSpc>
                <a:spcPct val="100000"/>
              </a:lnSpc>
              <a:spcBef>
                <a:spcPts val="0"/>
              </a:spcBef>
              <a:spcAft>
                <a:spcPts val="0"/>
              </a:spcAft>
              <a:buClr>
                <a:schemeClr val="dk1"/>
              </a:buClr>
              <a:buSzPts val="3000"/>
              <a:buFont typeface="Michroma"/>
              <a:buNone/>
              <a:defRPr b="1" i="0" sz="3000" u="none" cap="none" strike="noStrike">
                <a:solidFill>
                  <a:schemeClr val="dk1"/>
                </a:solidFill>
                <a:latin typeface="Michroma"/>
                <a:ea typeface="Michroma"/>
                <a:cs typeface="Michroma"/>
                <a:sym typeface="Michroma"/>
              </a:defRPr>
            </a:lvl8pPr>
            <a:lvl9pPr lvl="8" marR="0" rtl="0" algn="l">
              <a:lnSpc>
                <a:spcPct val="100000"/>
              </a:lnSpc>
              <a:spcBef>
                <a:spcPts val="0"/>
              </a:spcBef>
              <a:spcAft>
                <a:spcPts val="0"/>
              </a:spcAft>
              <a:buClr>
                <a:schemeClr val="dk1"/>
              </a:buClr>
              <a:buSzPts val="3000"/>
              <a:buFont typeface="Michroma"/>
              <a:buNone/>
              <a:defRPr b="1" i="0" sz="3000" u="none" cap="none" strike="noStrike">
                <a:solidFill>
                  <a:schemeClr val="dk1"/>
                </a:solidFill>
                <a:latin typeface="Michroma"/>
                <a:ea typeface="Michroma"/>
                <a:cs typeface="Michroma"/>
                <a:sym typeface="Michroma"/>
              </a:defRPr>
            </a:lvl9pPr>
          </a:lstStyle>
          <a:p/>
        </p:txBody>
      </p:sp>
      <p:sp>
        <p:nvSpPr>
          <p:cNvPr id="7" name="Google Shape;7;p24"/>
          <p:cNvSpPr txBox="1"/>
          <p:nvPr>
            <p:ph idx="1" type="body"/>
          </p:nvPr>
        </p:nvSpPr>
        <p:spPr>
          <a:xfrm>
            <a:off x="715100" y="1152475"/>
            <a:ext cx="7713900" cy="34560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Archivo"/>
              <a:buChar char="●"/>
              <a:defRPr b="0" i="0" sz="1200" u="none" cap="none" strike="noStrike">
                <a:solidFill>
                  <a:schemeClr val="dk1"/>
                </a:solidFill>
                <a:latin typeface="Archivo"/>
                <a:ea typeface="Archivo"/>
                <a:cs typeface="Archivo"/>
                <a:sym typeface="Archivo"/>
              </a:defRPr>
            </a:lvl1pPr>
            <a:lvl2pPr indent="-304800" lvl="1" marL="914400" marR="0" rtl="0" algn="l">
              <a:lnSpc>
                <a:spcPct val="100000"/>
              </a:lnSpc>
              <a:spcBef>
                <a:spcPts val="0"/>
              </a:spcBef>
              <a:spcAft>
                <a:spcPts val="0"/>
              </a:spcAft>
              <a:buClr>
                <a:schemeClr val="dk1"/>
              </a:buClr>
              <a:buSzPts val="1200"/>
              <a:buFont typeface="Archivo"/>
              <a:buChar char="○"/>
              <a:defRPr b="0" i="0" sz="1200" u="none" cap="none" strike="noStrike">
                <a:solidFill>
                  <a:schemeClr val="dk1"/>
                </a:solidFill>
                <a:latin typeface="Archivo"/>
                <a:ea typeface="Archivo"/>
                <a:cs typeface="Archivo"/>
                <a:sym typeface="Archivo"/>
              </a:defRPr>
            </a:lvl2pPr>
            <a:lvl3pPr indent="-304800" lvl="2" marL="1371600" marR="0" rtl="0" algn="l">
              <a:lnSpc>
                <a:spcPct val="100000"/>
              </a:lnSpc>
              <a:spcBef>
                <a:spcPts val="0"/>
              </a:spcBef>
              <a:spcAft>
                <a:spcPts val="0"/>
              </a:spcAft>
              <a:buClr>
                <a:schemeClr val="dk1"/>
              </a:buClr>
              <a:buSzPts val="1200"/>
              <a:buFont typeface="Archivo"/>
              <a:buChar char="■"/>
              <a:defRPr b="0" i="0" sz="1200" u="none" cap="none" strike="noStrike">
                <a:solidFill>
                  <a:schemeClr val="dk1"/>
                </a:solidFill>
                <a:latin typeface="Archivo"/>
                <a:ea typeface="Archivo"/>
                <a:cs typeface="Archivo"/>
                <a:sym typeface="Archivo"/>
              </a:defRPr>
            </a:lvl3pPr>
            <a:lvl4pPr indent="-304800" lvl="3" marL="1828800" marR="0" rtl="0" algn="l">
              <a:lnSpc>
                <a:spcPct val="100000"/>
              </a:lnSpc>
              <a:spcBef>
                <a:spcPts val="0"/>
              </a:spcBef>
              <a:spcAft>
                <a:spcPts val="0"/>
              </a:spcAft>
              <a:buClr>
                <a:schemeClr val="dk1"/>
              </a:buClr>
              <a:buSzPts val="1200"/>
              <a:buFont typeface="Archivo"/>
              <a:buChar char="●"/>
              <a:defRPr b="0" i="0" sz="1200" u="none" cap="none" strike="noStrike">
                <a:solidFill>
                  <a:schemeClr val="dk1"/>
                </a:solidFill>
                <a:latin typeface="Archivo"/>
                <a:ea typeface="Archivo"/>
                <a:cs typeface="Archivo"/>
                <a:sym typeface="Archivo"/>
              </a:defRPr>
            </a:lvl4pPr>
            <a:lvl5pPr indent="-304800" lvl="4" marL="2286000" marR="0" rtl="0" algn="l">
              <a:lnSpc>
                <a:spcPct val="100000"/>
              </a:lnSpc>
              <a:spcBef>
                <a:spcPts val="0"/>
              </a:spcBef>
              <a:spcAft>
                <a:spcPts val="0"/>
              </a:spcAft>
              <a:buClr>
                <a:schemeClr val="dk1"/>
              </a:buClr>
              <a:buSzPts val="1200"/>
              <a:buFont typeface="Archivo"/>
              <a:buChar char="○"/>
              <a:defRPr b="0" i="0" sz="1200" u="none" cap="none" strike="noStrike">
                <a:solidFill>
                  <a:schemeClr val="dk1"/>
                </a:solidFill>
                <a:latin typeface="Archivo"/>
                <a:ea typeface="Archivo"/>
                <a:cs typeface="Archivo"/>
                <a:sym typeface="Archivo"/>
              </a:defRPr>
            </a:lvl5pPr>
            <a:lvl6pPr indent="-304800" lvl="5" marL="2743200" marR="0" rtl="0" algn="l">
              <a:lnSpc>
                <a:spcPct val="100000"/>
              </a:lnSpc>
              <a:spcBef>
                <a:spcPts val="0"/>
              </a:spcBef>
              <a:spcAft>
                <a:spcPts val="0"/>
              </a:spcAft>
              <a:buClr>
                <a:schemeClr val="dk1"/>
              </a:buClr>
              <a:buSzPts val="1200"/>
              <a:buFont typeface="Archivo"/>
              <a:buChar char="■"/>
              <a:defRPr b="0" i="0" sz="1200" u="none" cap="none" strike="noStrike">
                <a:solidFill>
                  <a:schemeClr val="dk1"/>
                </a:solidFill>
                <a:latin typeface="Archivo"/>
                <a:ea typeface="Archivo"/>
                <a:cs typeface="Archivo"/>
                <a:sym typeface="Archivo"/>
              </a:defRPr>
            </a:lvl6pPr>
            <a:lvl7pPr indent="-304800" lvl="6" marL="3200400" marR="0" rtl="0" algn="l">
              <a:lnSpc>
                <a:spcPct val="100000"/>
              </a:lnSpc>
              <a:spcBef>
                <a:spcPts val="0"/>
              </a:spcBef>
              <a:spcAft>
                <a:spcPts val="0"/>
              </a:spcAft>
              <a:buClr>
                <a:schemeClr val="dk1"/>
              </a:buClr>
              <a:buSzPts val="1200"/>
              <a:buFont typeface="Archivo"/>
              <a:buChar char="●"/>
              <a:defRPr b="0" i="0" sz="1200" u="none" cap="none" strike="noStrike">
                <a:solidFill>
                  <a:schemeClr val="dk1"/>
                </a:solidFill>
                <a:latin typeface="Archivo"/>
                <a:ea typeface="Archivo"/>
                <a:cs typeface="Archivo"/>
                <a:sym typeface="Archivo"/>
              </a:defRPr>
            </a:lvl7pPr>
            <a:lvl8pPr indent="-304800" lvl="7" marL="3657600" marR="0" rtl="0" algn="l">
              <a:lnSpc>
                <a:spcPct val="100000"/>
              </a:lnSpc>
              <a:spcBef>
                <a:spcPts val="0"/>
              </a:spcBef>
              <a:spcAft>
                <a:spcPts val="0"/>
              </a:spcAft>
              <a:buClr>
                <a:schemeClr val="dk1"/>
              </a:buClr>
              <a:buSzPts val="1200"/>
              <a:buFont typeface="Archivo"/>
              <a:buChar char="○"/>
              <a:defRPr b="0" i="0" sz="1200" u="none" cap="none" strike="noStrike">
                <a:solidFill>
                  <a:schemeClr val="dk1"/>
                </a:solidFill>
                <a:latin typeface="Archivo"/>
                <a:ea typeface="Archivo"/>
                <a:cs typeface="Archivo"/>
                <a:sym typeface="Archivo"/>
              </a:defRPr>
            </a:lvl8pPr>
            <a:lvl9pPr indent="-304800" lvl="8" marL="4114800" marR="0" rtl="0" algn="l">
              <a:lnSpc>
                <a:spcPct val="100000"/>
              </a:lnSpc>
              <a:spcBef>
                <a:spcPts val="0"/>
              </a:spcBef>
              <a:spcAft>
                <a:spcPts val="0"/>
              </a:spcAft>
              <a:buClr>
                <a:schemeClr val="dk1"/>
              </a:buClr>
              <a:buSzPts val="1200"/>
              <a:buFont typeface="Archivo"/>
              <a:buChar char="■"/>
              <a:defRPr b="0" i="0" sz="1200" u="none" cap="none" strike="noStrike">
                <a:solidFill>
                  <a:schemeClr val="dk1"/>
                </a:solidFill>
                <a:latin typeface="Archivo"/>
                <a:ea typeface="Archivo"/>
                <a:cs typeface="Archivo"/>
                <a:sym typeface="Archivo"/>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3.pn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2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1"/>
          <p:cNvSpPr txBox="1"/>
          <p:nvPr>
            <p:ph type="ctrTitle"/>
          </p:nvPr>
        </p:nvSpPr>
        <p:spPr>
          <a:xfrm>
            <a:off x="669875" y="740875"/>
            <a:ext cx="4410000" cy="21378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1200"/>
              </a:spcBef>
              <a:spcAft>
                <a:spcPts val="0"/>
              </a:spcAft>
              <a:buSzPts val="5200"/>
              <a:buNone/>
            </a:pPr>
            <a:r>
              <a:t/>
            </a:r>
            <a:endParaRPr b="1" sz="1100">
              <a:solidFill>
                <a:srgbClr val="000000"/>
              </a:solidFill>
              <a:latin typeface="Arial"/>
              <a:ea typeface="Arial"/>
              <a:cs typeface="Arial"/>
              <a:sym typeface="Arial"/>
            </a:endParaRPr>
          </a:p>
          <a:p>
            <a:pPr indent="0" lvl="0" marL="0" rtl="0" algn="l">
              <a:lnSpc>
                <a:spcPct val="100000"/>
              </a:lnSpc>
              <a:spcBef>
                <a:spcPts val="1200"/>
              </a:spcBef>
              <a:spcAft>
                <a:spcPts val="0"/>
              </a:spcAft>
              <a:buSzPts val="5200"/>
              <a:buNone/>
            </a:pPr>
            <a:r>
              <a:rPr b="1" lang="en" sz="5800">
                <a:latin typeface="Times"/>
                <a:ea typeface="Times"/>
                <a:cs typeface="Times"/>
                <a:sym typeface="Times"/>
              </a:rPr>
              <a:t>Travuel.AI</a:t>
            </a:r>
            <a:endParaRPr b="1" sz="6000">
              <a:latin typeface="Times"/>
              <a:ea typeface="Times"/>
              <a:cs typeface="Times"/>
              <a:sym typeface="Times"/>
            </a:endParaRPr>
          </a:p>
        </p:txBody>
      </p:sp>
      <p:sp>
        <p:nvSpPr>
          <p:cNvPr id="344" name="Google Shape;344;p1"/>
          <p:cNvSpPr txBox="1"/>
          <p:nvPr>
            <p:ph idx="1" type="subTitle"/>
          </p:nvPr>
        </p:nvSpPr>
        <p:spPr>
          <a:xfrm>
            <a:off x="602075" y="3001375"/>
            <a:ext cx="5118000" cy="40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200"/>
              <a:buNone/>
            </a:pPr>
            <a:r>
              <a:rPr b="1" lang="en" sz="1300">
                <a:latin typeface="Times"/>
                <a:ea typeface="Times"/>
                <a:cs typeface="Times"/>
                <a:sym typeface="Times"/>
              </a:rPr>
              <a:t>Team Members</a:t>
            </a:r>
            <a:r>
              <a:rPr lang="en" sz="1300">
                <a:latin typeface="Times"/>
                <a:ea typeface="Times"/>
                <a:cs typeface="Times"/>
                <a:sym typeface="Times"/>
              </a:rPr>
              <a:t>: Laura Cheng, Kelly Xie, Jerry Hsieh, Simon Zheng</a:t>
            </a:r>
            <a:endParaRPr sz="1200">
              <a:solidFill>
                <a:srgbClr val="000000"/>
              </a:solidFill>
              <a:latin typeface="Arial"/>
              <a:ea typeface="Arial"/>
              <a:cs typeface="Arial"/>
              <a:sym typeface="Arial"/>
            </a:endParaRPr>
          </a:p>
          <a:p>
            <a:pPr indent="0" lvl="0" marL="0" rtl="0" algn="l">
              <a:lnSpc>
                <a:spcPct val="100000"/>
              </a:lnSpc>
              <a:spcBef>
                <a:spcPts val="1200"/>
              </a:spcBef>
              <a:spcAft>
                <a:spcPts val="0"/>
              </a:spcAft>
              <a:buSzPts val="1200"/>
              <a:buNone/>
            </a:pPr>
            <a:r>
              <a:t/>
            </a:r>
            <a:endParaRPr/>
          </a:p>
        </p:txBody>
      </p:sp>
      <p:grpSp>
        <p:nvGrpSpPr>
          <p:cNvPr id="345" name="Google Shape;345;p1"/>
          <p:cNvGrpSpPr/>
          <p:nvPr/>
        </p:nvGrpSpPr>
        <p:grpSpPr>
          <a:xfrm>
            <a:off x="5155193" y="1772475"/>
            <a:ext cx="3610757" cy="3814450"/>
            <a:chOff x="5155193" y="1772475"/>
            <a:chExt cx="3610757" cy="3814450"/>
          </a:xfrm>
        </p:grpSpPr>
        <p:pic>
          <p:nvPicPr>
            <p:cNvPr id="346" name="Google Shape;346;p1"/>
            <p:cNvPicPr preferRelativeResize="0"/>
            <p:nvPr/>
          </p:nvPicPr>
          <p:blipFill rotWithShape="1">
            <a:blip r:embed="rId3">
              <a:alphaModFix/>
            </a:blip>
            <a:srcRect b="0" l="0" r="0" t="0"/>
            <a:stretch/>
          </p:blipFill>
          <p:spPr>
            <a:xfrm>
              <a:off x="6493225" y="4605975"/>
              <a:ext cx="980925" cy="980950"/>
            </a:xfrm>
            <a:prstGeom prst="rect">
              <a:avLst/>
            </a:prstGeom>
            <a:noFill/>
            <a:ln>
              <a:noFill/>
            </a:ln>
          </p:spPr>
        </p:pic>
        <p:pic>
          <p:nvPicPr>
            <p:cNvPr id="347" name="Google Shape;347;p1"/>
            <p:cNvPicPr preferRelativeResize="0"/>
            <p:nvPr/>
          </p:nvPicPr>
          <p:blipFill rotWithShape="1">
            <a:blip r:embed="rId4">
              <a:alphaModFix/>
            </a:blip>
            <a:srcRect b="0" l="0" r="0" t="0"/>
            <a:stretch/>
          </p:blipFill>
          <p:spPr>
            <a:xfrm>
              <a:off x="6286825" y="1772475"/>
              <a:ext cx="2479125" cy="2479175"/>
            </a:xfrm>
            <a:prstGeom prst="rect">
              <a:avLst/>
            </a:prstGeom>
            <a:noFill/>
            <a:ln>
              <a:noFill/>
            </a:ln>
          </p:spPr>
        </p:pic>
        <p:grpSp>
          <p:nvGrpSpPr>
            <p:cNvPr id="348" name="Google Shape;348;p1"/>
            <p:cNvGrpSpPr/>
            <p:nvPr/>
          </p:nvGrpSpPr>
          <p:grpSpPr>
            <a:xfrm>
              <a:off x="5155193" y="3291596"/>
              <a:ext cx="1959426" cy="1959448"/>
              <a:chOff x="4109629" y="2630250"/>
              <a:chExt cx="872990" cy="873000"/>
            </a:xfrm>
          </p:grpSpPr>
          <p:pic>
            <p:nvPicPr>
              <p:cNvPr id="349" name="Google Shape;349;p1"/>
              <p:cNvPicPr preferRelativeResize="0"/>
              <p:nvPr/>
            </p:nvPicPr>
            <p:blipFill rotWithShape="1">
              <a:blip r:embed="rId4">
                <a:alphaModFix/>
              </a:blip>
              <a:srcRect b="0" l="0" r="0" t="0"/>
              <a:stretch/>
            </p:blipFill>
            <p:spPr>
              <a:xfrm>
                <a:off x="4109629" y="2630250"/>
                <a:ext cx="872990" cy="873000"/>
              </a:xfrm>
              <a:prstGeom prst="rect">
                <a:avLst/>
              </a:prstGeom>
              <a:noFill/>
              <a:ln>
                <a:noFill/>
              </a:ln>
            </p:spPr>
          </p:pic>
          <p:sp>
            <p:nvSpPr>
              <p:cNvPr id="350" name="Google Shape;350;p1"/>
              <p:cNvSpPr/>
              <p:nvPr/>
            </p:nvSpPr>
            <p:spPr>
              <a:xfrm>
                <a:off x="4130460" y="2651081"/>
                <a:ext cx="831600" cy="831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cxnSp>
        <p:nvCxnSpPr>
          <p:cNvPr id="351" name="Google Shape;351;p1"/>
          <p:cNvCxnSpPr/>
          <p:nvPr/>
        </p:nvCxnSpPr>
        <p:spPr>
          <a:xfrm>
            <a:off x="-44000" y="3632950"/>
            <a:ext cx="3403200" cy="0"/>
          </a:xfrm>
          <a:prstGeom prst="straightConnector1">
            <a:avLst/>
          </a:prstGeom>
          <a:noFill/>
          <a:ln cap="flat" cmpd="sng" w="9525">
            <a:solidFill>
              <a:schemeClr val="dk2"/>
            </a:solidFill>
            <a:prstDash val="solid"/>
            <a:round/>
            <a:headEnd len="sm" w="sm" type="none"/>
            <a:tailEnd len="med" w="med" type="oval"/>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b="1" lang="en">
                <a:latin typeface="Times"/>
                <a:ea typeface="Times"/>
                <a:cs typeface="Times"/>
                <a:sym typeface="Times"/>
              </a:rPr>
              <a:t>Table of contents</a:t>
            </a:r>
            <a:endParaRPr b="1">
              <a:latin typeface="Times"/>
              <a:ea typeface="Times"/>
              <a:cs typeface="Times"/>
              <a:sym typeface="Times"/>
            </a:endParaRPr>
          </a:p>
        </p:txBody>
      </p:sp>
      <p:sp>
        <p:nvSpPr>
          <p:cNvPr id="357" name="Google Shape;357;p2"/>
          <p:cNvSpPr txBox="1"/>
          <p:nvPr>
            <p:ph idx="2" type="title"/>
          </p:nvPr>
        </p:nvSpPr>
        <p:spPr>
          <a:xfrm>
            <a:off x="1570000" y="1471925"/>
            <a:ext cx="1364400" cy="447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latin typeface="Times"/>
                <a:ea typeface="Times"/>
                <a:cs typeface="Times"/>
                <a:sym typeface="Times"/>
              </a:rPr>
              <a:t>01</a:t>
            </a:r>
            <a:endParaRPr>
              <a:latin typeface="Times"/>
              <a:ea typeface="Times"/>
              <a:cs typeface="Times"/>
              <a:sym typeface="Times"/>
            </a:endParaRPr>
          </a:p>
        </p:txBody>
      </p:sp>
      <p:sp>
        <p:nvSpPr>
          <p:cNvPr id="358" name="Google Shape;358;p2"/>
          <p:cNvSpPr txBox="1"/>
          <p:nvPr>
            <p:ph idx="3" type="title"/>
          </p:nvPr>
        </p:nvSpPr>
        <p:spPr>
          <a:xfrm>
            <a:off x="2498900" y="3215124"/>
            <a:ext cx="1364400" cy="447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latin typeface="Times"/>
                <a:ea typeface="Times"/>
                <a:cs typeface="Times"/>
                <a:sym typeface="Times"/>
              </a:rPr>
              <a:t>04</a:t>
            </a:r>
            <a:endParaRPr>
              <a:latin typeface="Times"/>
              <a:ea typeface="Times"/>
              <a:cs typeface="Times"/>
              <a:sym typeface="Times"/>
            </a:endParaRPr>
          </a:p>
        </p:txBody>
      </p:sp>
      <p:sp>
        <p:nvSpPr>
          <p:cNvPr id="359" name="Google Shape;359;p2"/>
          <p:cNvSpPr txBox="1"/>
          <p:nvPr>
            <p:ph idx="4" type="title"/>
          </p:nvPr>
        </p:nvSpPr>
        <p:spPr>
          <a:xfrm>
            <a:off x="4175850" y="1471925"/>
            <a:ext cx="1364400" cy="447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latin typeface="Times"/>
                <a:ea typeface="Times"/>
                <a:cs typeface="Times"/>
                <a:sym typeface="Times"/>
              </a:rPr>
              <a:t>02</a:t>
            </a:r>
            <a:endParaRPr>
              <a:latin typeface="Times"/>
              <a:ea typeface="Times"/>
              <a:cs typeface="Times"/>
              <a:sym typeface="Times"/>
            </a:endParaRPr>
          </a:p>
        </p:txBody>
      </p:sp>
      <p:sp>
        <p:nvSpPr>
          <p:cNvPr id="360" name="Google Shape;360;p2"/>
          <p:cNvSpPr txBox="1"/>
          <p:nvPr>
            <p:ph idx="6" type="title"/>
          </p:nvPr>
        </p:nvSpPr>
        <p:spPr>
          <a:xfrm>
            <a:off x="6781700" y="1471925"/>
            <a:ext cx="1364400" cy="447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latin typeface="Times"/>
                <a:ea typeface="Times"/>
                <a:cs typeface="Times"/>
                <a:sym typeface="Times"/>
              </a:rPr>
              <a:t>03</a:t>
            </a:r>
            <a:endParaRPr>
              <a:latin typeface="Times"/>
              <a:ea typeface="Times"/>
              <a:cs typeface="Times"/>
              <a:sym typeface="Times"/>
            </a:endParaRPr>
          </a:p>
        </p:txBody>
      </p:sp>
      <p:sp>
        <p:nvSpPr>
          <p:cNvPr id="361" name="Google Shape;361;p2"/>
          <p:cNvSpPr txBox="1"/>
          <p:nvPr>
            <p:ph idx="1" type="subTitle"/>
          </p:nvPr>
        </p:nvSpPr>
        <p:spPr>
          <a:xfrm>
            <a:off x="1074100" y="2116669"/>
            <a:ext cx="2356200" cy="678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000"/>
              <a:buNone/>
            </a:pPr>
            <a:r>
              <a:rPr b="1" lang="en" sz="2100">
                <a:latin typeface="Times"/>
                <a:ea typeface="Times"/>
                <a:cs typeface="Times"/>
                <a:sym typeface="Times"/>
              </a:rPr>
              <a:t>Introduction</a:t>
            </a:r>
            <a:endParaRPr b="1" sz="2100">
              <a:latin typeface="Times"/>
              <a:ea typeface="Times"/>
              <a:cs typeface="Times"/>
              <a:sym typeface="Times"/>
            </a:endParaRPr>
          </a:p>
        </p:txBody>
      </p:sp>
      <p:sp>
        <p:nvSpPr>
          <p:cNvPr id="362" name="Google Shape;362;p2"/>
          <p:cNvSpPr txBox="1"/>
          <p:nvPr>
            <p:ph idx="8" type="subTitle"/>
          </p:nvPr>
        </p:nvSpPr>
        <p:spPr>
          <a:xfrm>
            <a:off x="3906150" y="2060100"/>
            <a:ext cx="3108600" cy="678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000"/>
              <a:buNone/>
            </a:pPr>
            <a:r>
              <a:rPr b="1" lang="en" sz="2100">
                <a:latin typeface="Times"/>
                <a:ea typeface="Times"/>
                <a:cs typeface="Times"/>
                <a:sym typeface="Times"/>
              </a:rPr>
              <a:t>Datasets</a:t>
            </a:r>
            <a:endParaRPr b="1" sz="2100">
              <a:latin typeface="Times"/>
              <a:ea typeface="Times"/>
              <a:cs typeface="Times"/>
              <a:sym typeface="Times"/>
            </a:endParaRPr>
          </a:p>
          <a:p>
            <a:pPr indent="0" lvl="0" marL="0" rtl="0" algn="l">
              <a:lnSpc>
                <a:spcPct val="100000"/>
              </a:lnSpc>
              <a:spcBef>
                <a:spcPts val="0"/>
              </a:spcBef>
              <a:spcAft>
                <a:spcPts val="0"/>
              </a:spcAft>
              <a:buSzPts val="2000"/>
              <a:buNone/>
            </a:pPr>
            <a:r>
              <a:t/>
            </a:r>
            <a:endParaRPr>
              <a:latin typeface="Times"/>
              <a:ea typeface="Times"/>
              <a:cs typeface="Times"/>
              <a:sym typeface="Times"/>
            </a:endParaRPr>
          </a:p>
        </p:txBody>
      </p:sp>
      <p:sp>
        <p:nvSpPr>
          <p:cNvPr id="363" name="Google Shape;363;p2"/>
          <p:cNvSpPr txBox="1"/>
          <p:nvPr>
            <p:ph idx="9" type="subTitle"/>
          </p:nvPr>
        </p:nvSpPr>
        <p:spPr>
          <a:xfrm>
            <a:off x="6245775" y="2023463"/>
            <a:ext cx="2305500" cy="678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000"/>
              <a:buNone/>
            </a:pPr>
            <a:r>
              <a:rPr b="1" lang="en" sz="2100">
                <a:latin typeface="Times"/>
                <a:ea typeface="Times"/>
                <a:cs typeface="Times"/>
                <a:sym typeface="Times"/>
              </a:rPr>
              <a:t>Technology </a:t>
            </a:r>
            <a:endParaRPr b="1" sz="2100">
              <a:latin typeface="Times"/>
              <a:ea typeface="Times"/>
              <a:cs typeface="Times"/>
              <a:sym typeface="Times"/>
            </a:endParaRPr>
          </a:p>
          <a:p>
            <a:pPr indent="0" lvl="0" marL="0" rtl="0" algn="l">
              <a:lnSpc>
                <a:spcPct val="100000"/>
              </a:lnSpc>
              <a:spcBef>
                <a:spcPts val="0"/>
              </a:spcBef>
              <a:spcAft>
                <a:spcPts val="0"/>
              </a:spcAft>
              <a:buSzPts val="2000"/>
              <a:buNone/>
            </a:pPr>
            <a:r>
              <a:t/>
            </a:r>
            <a:endParaRPr>
              <a:latin typeface="Times"/>
              <a:ea typeface="Times"/>
              <a:cs typeface="Times"/>
              <a:sym typeface="Times"/>
            </a:endParaRPr>
          </a:p>
        </p:txBody>
      </p:sp>
      <p:sp>
        <p:nvSpPr>
          <p:cNvPr id="364" name="Google Shape;364;p2"/>
          <p:cNvSpPr txBox="1"/>
          <p:nvPr>
            <p:ph idx="13" type="subTitle"/>
          </p:nvPr>
        </p:nvSpPr>
        <p:spPr>
          <a:xfrm>
            <a:off x="5372700" y="3708100"/>
            <a:ext cx="2356200" cy="678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000"/>
              <a:buNone/>
            </a:pPr>
            <a:r>
              <a:rPr b="1" lang="en" sz="2100">
                <a:latin typeface="Times"/>
                <a:ea typeface="Times"/>
                <a:cs typeface="Times"/>
                <a:sym typeface="Times"/>
              </a:rPr>
              <a:t>Product Demo </a:t>
            </a:r>
            <a:endParaRPr b="1" sz="2100">
              <a:latin typeface="Times"/>
              <a:ea typeface="Times"/>
              <a:cs typeface="Times"/>
              <a:sym typeface="Times"/>
            </a:endParaRPr>
          </a:p>
          <a:p>
            <a:pPr indent="0" lvl="0" marL="0" rtl="0" algn="l">
              <a:lnSpc>
                <a:spcPct val="100000"/>
              </a:lnSpc>
              <a:spcBef>
                <a:spcPts val="0"/>
              </a:spcBef>
              <a:spcAft>
                <a:spcPts val="0"/>
              </a:spcAft>
              <a:buSzPts val="2000"/>
              <a:buNone/>
            </a:pPr>
            <a:r>
              <a:t/>
            </a:r>
            <a:endParaRPr>
              <a:latin typeface="Times"/>
              <a:ea typeface="Times"/>
              <a:cs typeface="Times"/>
              <a:sym typeface="Times"/>
            </a:endParaRPr>
          </a:p>
        </p:txBody>
      </p:sp>
      <p:sp>
        <p:nvSpPr>
          <p:cNvPr id="365" name="Google Shape;365;p2"/>
          <p:cNvSpPr txBox="1"/>
          <p:nvPr>
            <p:ph idx="2" type="title"/>
          </p:nvPr>
        </p:nvSpPr>
        <p:spPr>
          <a:xfrm>
            <a:off x="5001226" y="3050875"/>
            <a:ext cx="1472400" cy="7761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6000"/>
              <a:buNone/>
            </a:pPr>
            <a:r>
              <a:rPr lang="en">
                <a:latin typeface="Times"/>
                <a:ea typeface="Times"/>
                <a:cs typeface="Times"/>
                <a:sym typeface="Times"/>
              </a:rPr>
              <a:t>05</a:t>
            </a:r>
            <a:endParaRPr>
              <a:latin typeface="Times"/>
              <a:ea typeface="Times"/>
              <a:cs typeface="Times"/>
              <a:sym typeface="Times"/>
            </a:endParaRPr>
          </a:p>
        </p:txBody>
      </p:sp>
      <p:sp>
        <p:nvSpPr>
          <p:cNvPr id="366" name="Google Shape;366;p2"/>
          <p:cNvSpPr txBox="1"/>
          <p:nvPr>
            <p:ph idx="9" type="subTitle"/>
          </p:nvPr>
        </p:nvSpPr>
        <p:spPr>
          <a:xfrm>
            <a:off x="2139100" y="3708100"/>
            <a:ext cx="2305500" cy="678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000"/>
              <a:buNone/>
            </a:pPr>
            <a:r>
              <a:rPr b="1" lang="en" sz="2100">
                <a:latin typeface="Times"/>
                <a:ea typeface="Times"/>
                <a:cs typeface="Times"/>
                <a:sym typeface="Times"/>
              </a:rPr>
              <a:t>Functions</a:t>
            </a:r>
            <a:r>
              <a:rPr b="1" lang="en" sz="2100">
                <a:latin typeface="Times"/>
                <a:ea typeface="Times"/>
                <a:cs typeface="Times"/>
                <a:sym typeface="Times"/>
              </a:rPr>
              <a:t> </a:t>
            </a:r>
            <a:endParaRPr b="1" sz="2100">
              <a:latin typeface="Times"/>
              <a:ea typeface="Times"/>
              <a:cs typeface="Times"/>
              <a:sym typeface="Times"/>
            </a:endParaRPr>
          </a:p>
          <a:p>
            <a:pPr indent="0" lvl="0" marL="0" rtl="0" algn="l">
              <a:lnSpc>
                <a:spcPct val="100000"/>
              </a:lnSpc>
              <a:spcBef>
                <a:spcPts val="0"/>
              </a:spcBef>
              <a:spcAft>
                <a:spcPts val="0"/>
              </a:spcAft>
              <a:buSzPts val="2000"/>
              <a:buNone/>
            </a:pPr>
            <a:r>
              <a:t/>
            </a:r>
            <a:endParaRPr>
              <a:latin typeface="Times"/>
              <a:ea typeface="Times"/>
              <a:cs typeface="Times"/>
              <a:sym typeface="Time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
          <p:cNvSpPr txBox="1"/>
          <p:nvPr>
            <p:ph type="title"/>
          </p:nvPr>
        </p:nvSpPr>
        <p:spPr>
          <a:xfrm>
            <a:off x="4572050" y="2229450"/>
            <a:ext cx="4302000" cy="14607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5000"/>
              <a:buNone/>
            </a:pPr>
            <a:r>
              <a:rPr b="1" lang="en">
                <a:latin typeface="Times"/>
                <a:ea typeface="Times"/>
                <a:cs typeface="Times"/>
                <a:sym typeface="Times"/>
              </a:rPr>
              <a:t>Introduction</a:t>
            </a:r>
            <a:endParaRPr b="1">
              <a:latin typeface="Times"/>
              <a:ea typeface="Times"/>
              <a:cs typeface="Times"/>
              <a:sym typeface="Times"/>
            </a:endParaRPr>
          </a:p>
        </p:txBody>
      </p:sp>
      <p:sp>
        <p:nvSpPr>
          <p:cNvPr id="372" name="Google Shape;372;p3"/>
          <p:cNvSpPr txBox="1"/>
          <p:nvPr>
            <p:ph idx="2" type="title"/>
          </p:nvPr>
        </p:nvSpPr>
        <p:spPr>
          <a:xfrm>
            <a:off x="6956376" y="1453350"/>
            <a:ext cx="1472400" cy="7761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6000"/>
              <a:buNone/>
            </a:pPr>
            <a:r>
              <a:rPr lang="en">
                <a:latin typeface="Times"/>
                <a:ea typeface="Times"/>
                <a:cs typeface="Times"/>
                <a:sym typeface="Times"/>
              </a:rPr>
              <a:t>01</a:t>
            </a:r>
            <a:endParaRPr>
              <a:latin typeface="Times"/>
              <a:ea typeface="Times"/>
              <a:cs typeface="Times"/>
              <a:sym typeface="Times"/>
            </a:endParaRPr>
          </a:p>
        </p:txBody>
      </p:sp>
      <p:grpSp>
        <p:nvGrpSpPr>
          <p:cNvPr id="373" name="Google Shape;373;p3"/>
          <p:cNvGrpSpPr/>
          <p:nvPr/>
        </p:nvGrpSpPr>
        <p:grpSpPr>
          <a:xfrm>
            <a:off x="998924" y="341050"/>
            <a:ext cx="3277477" cy="4461400"/>
            <a:chOff x="998924" y="341050"/>
            <a:chExt cx="3277477" cy="4461400"/>
          </a:xfrm>
        </p:grpSpPr>
        <p:pic>
          <p:nvPicPr>
            <p:cNvPr id="374" name="Google Shape;374;p3"/>
            <p:cNvPicPr preferRelativeResize="0"/>
            <p:nvPr/>
          </p:nvPicPr>
          <p:blipFill rotWithShape="1">
            <a:blip r:embed="rId3">
              <a:alphaModFix/>
            </a:blip>
            <a:srcRect b="0" l="0" r="0" t="0"/>
            <a:stretch/>
          </p:blipFill>
          <p:spPr>
            <a:xfrm>
              <a:off x="3078325" y="341050"/>
              <a:ext cx="1132700" cy="1132700"/>
            </a:xfrm>
            <a:prstGeom prst="rect">
              <a:avLst/>
            </a:prstGeom>
            <a:noFill/>
            <a:ln>
              <a:noFill/>
            </a:ln>
          </p:spPr>
        </p:pic>
        <p:pic>
          <p:nvPicPr>
            <p:cNvPr id="375" name="Google Shape;375;p3"/>
            <p:cNvPicPr preferRelativeResize="0"/>
            <p:nvPr/>
          </p:nvPicPr>
          <p:blipFill rotWithShape="1">
            <a:blip r:embed="rId4">
              <a:alphaModFix/>
            </a:blip>
            <a:srcRect b="0" l="0" r="0" t="0"/>
            <a:stretch/>
          </p:blipFill>
          <p:spPr>
            <a:xfrm>
              <a:off x="998924" y="1030975"/>
              <a:ext cx="3212100" cy="3212100"/>
            </a:xfrm>
            <a:prstGeom prst="rect">
              <a:avLst/>
            </a:prstGeom>
            <a:noFill/>
            <a:ln>
              <a:noFill/>
            </a:ln>
          </p:spPr>
        </p:pic>
        <p:grpSp>
          <p:nvGrpSpPr>
            <p:cNvPr id="376" name="Google Shape;376;p3"/>
            <p:cNvGrpSpPr/>
            <p:nvPr/>
          </p:nvGrpSpPr>
          <p:grpSpPr>
            <a:xfrm>
              <a:off x="2606876" y="3132925"/>
              <a:ext cx="1669525" cy="1669525"/>
              <a:chOff x="2704540" y="2630250"/>
              <a:chExt cx="873000" cy="873000"/>
            </a:xfrm>
          </p:grpSpPr>
          <p:pic>
            <p:nvPicPr>
              <p:cNvPr id="377" name="Google Shape;377;p3"/>
              <p:cNvPicPr preferRelativeResize="0"/>
              <p:nvPr/>
            </p:nvPicPr>
            <p:blipFill rotWithShape="1">
              <a:blip r:embed="rId4">
                <a:alphaModFix/>
              </a:blip>
              <a:srcRect b="3375" l="3366" r="3375" t="3366"/>
              <a:stretch/>
            </p:blipFill>
            <p:spPr>
              <a:xfrm>
                <a:off x="2704540" y="2630250"/>
                <a:ext cx="873000" cy="873000"/>
              </a:xfrm>
              <a:prstGeom prst="ellipse">
                <a:avLst/>
              </a:prstGeom>
              <a:noFill/>
              <a:ln>
                <a:noFill/>
              </a:ln>
            </p:spPr>
          </p:pic>
          <p:sp>
            <p:nvSpPr>
              <p:cNvPr id="378" name="Google Shape;378;p3"/>
              <p:cNvSpPr/>
              <p:nvPr/>
            </p:nvSpPr>
            <p:spPr>
              <a:xfrm>
                <a:off x="2720287" y="2646050"/>
                <a:ext cx="841500" cy="8415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pic>
        <p:nvPicPr>
          <p:cNvPr id="383" name="Google Shape;383;p4"/>
          <p:cNvPicPr preferRelativeResize="0"/>
          <p:nvPr/>
        </p:nvPicPr>
        <p:blipFill rotWithShape="1">
          <a:blip r:embed="rId3">
            <a:alphaModFix/>
          </a:blip>
          <a:srcRect b="2606" l="2605" r="2606" t="2605"/>
          <a:stretch/>
        </p:blipFill>
        <p:spPr>
          <a:xfrm>
            <a:off x="7374949" y="205200"/>
            <a:ext cx="1579500" cy="1579500"/>
          </a:xfrm>
          <a:prstGeom prst="ellipse">
            <a:avLst/>
          </a:prstGeom>
          <a:noFill/>
          <a:ln>
            <a:noFill/>
          </a:ln>
        </p:spPr>
      </p:pic>
      <p:pic>
        <p:nvPicPr>
          <p:cNvPr id="384" name="Google Shape;384;p4"/>
          <p:cNvPicPr preferRelativeResize="0"/>
          <p:nvPr/>
        </p:nvPicPr>
        <p:blipFill rotWithShape="1">
          <a:blip r:embed="rId4">
            <a:alphaModFix/>
          </a:blip>
          <a:srcRect b="0" l="0" r="0" t="0"/>
          <a:stretch/>
        </p:blipFill>
        <p:spPr>
          <a:xfrm>
            <a:off x="4642675" y="607750"/>
            <a:ext cx="3928000" cy="3928000"/>
          </a:xfrm>
          <a:prstGeom prst="rect">
            <a:avLst/>
          </a:prstGeom>
          <a:noFill/>
          <a:ln>
            <a:noFill/>
          </a:ln>
        </p:spPr>
      </p:pic>
      <p:sp>
        <p:nvSpPr>
          <p:cNvPr id="385" name="Google Shape;385;p4"/>
          <p:cNvSpPr txBox="1"/>
          <p:nvPr>
            <p:ph type="title"/>
          </p:nvPr>
        </p:nvSpPr>
        <p:spPr>
          <a:xfrm>
            <a:off x="672875" y="451350"/>
            <a:ext cx="3852000" cy="10872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a:latin typeface="Times"/>
                <a:ea typeface="Times"/>
                <a:cs typeface="Times"/>
                <a:sym typeface="Times"/>
              </a:rPr>
              <a:t>Introduction</a:t>
            </a:r>
            <a:endParaRPr>
              <a:latin typeface="Times"/>
              <a:ea typeface="Times"/>
              <a:cs typeface="Times"/>
              <a:sym typeface="Times"/>
            </a:endParaRPr>
          </a:p>
        </p:txBody>
      </p:sp>
      <p:sp>
        <p:nvSpPr>
          <p:cNvPr id="386" name="Google Shape;386;p4"/>
          <p:cNvSpPr txBox="1"/>
          <p:nvPr>
            <p:ph idx="1" type="body"/>
          </p:nvPr>
        </p:nvSpPr>
        <p:spPr>
          <a:xfrm>
            <a:off x="587825" y="1618750"/>
            <a:ext cx="4022100" cy="275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200"/>
              <a:buNone/>
            </a:pPr>
            <a:r>
              <a:rPr b="1" lang="en" sz="1500">
                <a:latin typeface="Times"/>
                <a:ea typeface="Times"/>
                <a:cs typeface="Times"/>
                <a:sym typeface="Times"/>
              </a:rPr>
              <a:t>Travuel.ai </a:t>
            </a:r>
            <a:r>
              <a:rPr lang="en" sz="1500">
                <a:latin typeface="Times"/>
                <a:ea typeface="Times"/>
                <a:cs typeface="Times"/>
                <a:sym typeface="Times"/>
              </a:rPr>
              <a:t>is an AI-powered travel assistant designed to redefine how travelers plan their trips. </a:t>
            </a:r>
            <a:endParaRPr sz="1500">
              <a:latin typeface="Times"/>
              <a:ea typeface="Times"/>
              <a:cs typeface="Times"/>
              <a:sym typeface="Times"/>
            </a:endParaRPr>
          </a:p>
          <a:p>
            <a:pPr indent="0" lvl="0" marL="0" rtl="0" algn="l">
              <a:lnSpc>
                <a:spcPct val="115000"/>
              </a:lnSpc>
              <a:spcBef>
                <a:spcPts val="1200"/>
              </a:spcBef>
              <a:spcAft>
                <a:spcPts val="0"/>
              </a:spcAft>
              <a:buSzPts val="1200"/>
              <a:buNone/>
            </a:pPr>
            <a:r>
              <a:rPr lang="en" sz="1500">
                <a:latin typeface="Times"/>
                <a:ea typeface="Times"/>
                <a:cs typeface="Times"/>
                <a:sym typeface="Times"/>
              </a:rPr>
              <a:t>By leveraging advanced artificial intelligence and real-time data, our chatbot provides highly personalized travel recommendations, helping users discover the best activities, hotels, restaurants, events, and cultural experiences based on their preferences.</a:t>
            </a:r>
            <a:endParaRPr sz="1500">
              <a:latin typeface="Times"/>
              <a:ea typeface="Times"/>
              <a:cs typeface="Times"/>
              <a:sym typeface="Times"/>
            </a:endParaRPr>
          </a:p>
          <a:p>
            <a:pPr indent="0" lvl="0" marL="0" rtl="0" algn="l">
              <a:lnSpc>
                <a:spcPct val="150000"/>
              </a:lnSpc>
              <a:spcBef>
                <a:spcPts val="1200"/>
              </a:spcBef>
              <a:spcAft>
                <a:spcPts val="0"/>
              </a:spcAft>
              <a:buSzPts val="1200"/>
              <a:buNone/>
            </a:pPr>
            <a:r>
              <a:t/>
            </a:r>
            <a:endParaRPr sz="1300">
              <a:latin typeface="Times"/>
              <a:ea typeface="Times"/>
              <a:cs typeface="Times"/>
              <a:sym typeface="Times"/>
            </a:endParaRPr>
          </a:p>
          <a:p>
            <a:pPr indent="0" lvl="0" marL="0" rtl="0" algn="l">
              <a:lnSpc>
                <a:spcPct val="150000"/>
              </a:lnSpc>
              <a:spcBef>
                <a:spcPts val="0"/>
              </a:spcBef>
              <a:spcAft>
                <a:spcPts val="0"/>
              </a:spcAft>
              <a:buSzPts val="1200"/>
              <a:buNone/>
            </a:pPr>
            <a:r>
              <a:t/>
            </a:r>
            <a:endParaRPr>
              <a:latin typeface="Times"/>
              <a:ea typeface="Times"/>
              <a:cs typeface="Times"/>
              <a:sym typeface="Times"/>
            </a:endParaRPr>
          </a:p>
          <a:p>
            <a:pPr indent="0" lvl="0" marL="0" rtl="0" algn="l">
              <a:lnSpc>
                <a:spcPct val="100000"/>
              </a:lnSpc>
              <a:spcBef>
                <a:spcPts val="0"/>
              </a:spcBef>
              <a:spcAft>
                <a:spcPts val="0"/>
              </a:spcAft>
              <a:buSzPts val="1200"/>
              <a:buNone/>
            </a:pPr>
            <a:r>
              <a:t/>
            </a:r>
            <a:endParaRPr>
              <a:latin typeface="Times"/>
              <a:ea typeface="Times"/>
              <a:cs typeface="Times"/>
              <a:sym typeface="Times"/>
            </a:endParaRPr>
          </a:p>
        </p:txBody>
      </p:sp>
      <p:grpSp>
        <p:nvGrpSpPr>
          <p:cNvPr id="387" name="Google Shape;387;p4"/>
          <p:cNvGrpSpPr/>
          <p:nvPr/>
        </p:nvGrpSpPr>
        <p:grpSpPr>
          <a:xfrm>
            <a:off x="4837251" y="3732069"/>
            <a:ext cx="1121879" cy="1121892"/>
            <a:chOff x="2083263" y="3574675"/>
            <a:chExt cx="872990" cy="873000"/>
          </a:xfrm>
        </p:grpSpPr>
        <p:pic>
          <p:nvPicPr>
            <p:cNvPr id="388" name="Google Shape;388;p4"/>
            <p:cNvPicPr preferRelativeResize="0"/>
            <p:nvPr/>
          </p:nvPicPr>
          <p:blipFill rotWithShape="1">
            <a:blip r:embed="rId5">
              <a:alphaModFix/>
            </a:blip>
            <a:srcRect b="0" l="0" r="0" t="0"/>
            <a:stretch/>
          </p:blipFill>
          <p:spPr>
            <a:xfrm>
              <a:off x="2083263" y="3574675"/>
              <a:ext cx="872990" cy="873000"/>
            </a:xfrm>
            <a:prstGeom prst="rect">
              <a:avLst/>
            </a:prstGeom>
            <a:noFill/>
            <a:ln>
              <a:noFill/>
            </a:ln>
          </p:spPr>
        </p:pic>
        <p:sp>
          <p:nvSpPr>
            <p:cNvPr id="389" name="Google Shape;389;p4"/>
            <p:cNvSpPr/>
            <p:nvPr/>
          </p:nvSpPr>
          <p:spPr>
            <a:xfrm>
              <a:off x="2114096" y="3607829"/>
              <a:ext cx="811500" cy="8115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pic>
        <p:nvPicPr>
          <p:cNvPr id="390" name="Google Shape;390;p4"/>
          <p:cNvPicPr preferRelativeResize="0"/>
          <p:nvPr/>
        </p:nvPicPr>
        <p:blipFill rotWithShape="1">
          <a:blip r:embed="rId6">
            <a:alphaModFix/>
          </a:blip>
          <a:srcRect b="729" l="20446" r="13253" t="728"/>
          <a:stretch/>
        </p:blipFill>
        <p:spPr>
          <a:xfrm>
            <a:off x="4642725" y="626250"/>
            <a:ext cx="3927900" cy="3891000"/>
          </a:xfrm>
          <a:prstGeom prst="ellipse">
            <a:avLst/>
          </a:prstGeom>
          <a:noFill/>
          <a:ln cap="flat" cmpd="sng" w="9525">
            <a:solidFill>
              <a:schemeClr val="accent1"/>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6"/>
          <p:cNvSpPr txBox="1"/>
          <p:nvPr>
            <p:ph type="title"/>
          </p:nvPr>
        </p:nvSpPr>
        <p:spPr>
          <a:xfrm>
            <a:off x="4572050" y="2229450"/>
            <a:ext cx="4302000" cy="14607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5000"/>
              <a:buNone/>
            </a:pPr>
            <a:r>
              <a:rPr b="1" lang="en">
                <a:latin typeface="Times"/>
                <a:ea typeface="Times"/>
                <a:cs typeface="Times"/>
                <a:sym typeface="Times"/>
              </a:rPr>
              <a:t>Datasets</a:t>
            </a:r>
            <a:endParaRPr b="1">
              <a:latin typeface="Times"/>
              <a:ea typeface="Times"/>
              <a:cs typeface="Times"/>
              <a:sym typeface="Times"/>
            </a:endParaRPr>
          </a:p>
          <a:p>
            <a:pPr indent="0" lvl="0" marL="0" rtl="0" algn="ctr">
              <a:lnSpc>
                <a:spcPct val="100000"/>
              </a:lnSpc>
              <a:spcBef>
                <a:spcPts val="0"/>
              </a:spcBef>
              <a:spcAft>
                <a:spcPts val="0"/>
              </a:spcAft>
              <a:buSzPts val="5000"/>
              <a:buNone/>
            </a:pPr>
            <a:r>
              <a:t/>
            </a:r>
            <a:endParaRPr>
              <a:latin typeface="Times"/>
              <a:ea typeface="Times"/>
              <a:cs typeface="Times"/>
              <a:sym typeface="Times"/>
            </a:endParaRPr>
          </a:p>
        </p:txBody>
      </p:sp>
      <p:sp>
        <p:nvSpPr>
          <p:cNvPr id="396" name="Google Shape;396;p6"/>
          <p:cNvSpPr txBox="1"/>
          <p:nvPr>
            <p:ph idx="2" type="title"/>
          </p:nvPr>
        </p:nvSpPr>
        <p:spPr>
          <a:xfrm>
            <a:off x="6956376" y="1453350"/>
            <a:ext cx="1472400" cy="7761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6000"/>
              <a:buNone/>
            </a:pPr>
            <a:r>
              <a:rPr lang="en">
                <a:latin typeface="Times"/>
                <a:ea typeface="Times"/>
                <a:cs typeface="Times"/>
                <a:sym typeface="Times"/>
              </a:rPr>
              <a:t>02</a:t>
            </a:r>
            <a:endParaRPr>
              <a:latin typeface="Times"/>
              <a:ea typeface="Times"/>
              <a:cs typeface="Times"/>
              <a:sym typeface="Times"/>
            </a:endParaRPr>
          </a:p>
        </p:txBody>
      </p:sp>
      <p:grpSp>
        <p:nvGrpSpPr>
          <p:cNvPr id="397" name="Google Shape;397;p6"/>
          <p:cNvGrpSpPr/>
          <p:nvPr/>
        </p:nvGrpSpPr>
        <p:grpSpPr>
          <a:xfrm>
            <a:off x="998924" y="341050"/>
            <a:ext cx="3277477" cy="4461400"/>
            <a:chOff x="998924" y="341050"/>
            <a:chExt cx="3277477" cy="4461400"/>
          </a:xfrm>
        </p:grpSpPr>
        <p:pic>
          <p:nvPicPr>
            <p:cNvPr id="398" name="Google Shape;398;p6"/>
            <p:cNvPicPr preferRelativeResize="0"/>
            <p:nvPr/>
          </p:nvPicPr>
          <p:blipFill rotWithShape="1">
            <a:blip r:embed="rId3">
              <a:alphaModFix/>
            </a:blip>
            <a:srcRect b="0" l="0" r="0" t="0"/>
            <a:stretch/>
          </p:blipFill>
          <p:spPr>
            <a:xfrm>
              <a:off x="3078325" y="341050"/>
              <a:ext cx="1132700" cy="1132700"/>
            </a:xfrm>
            <a:prstGeom prst="rect">
              <a:avLst/>
            </a:prstGeom>
            <a:noFill/>
            <a:ln>
              <a:noFill/>
            </a:ln>
          </p:spPr>
        </p:pic>
        <p:pic>
          <p:nvPicPr>
            <p:cNvPr id="399" name="Google Shape;399;p6"/>
            <p:cNvPicPr preferRelativeResize="0"/>
            <p:nvPr/>
          </p:nvPicPr>
          <p:blipFill rotWithShape="1">
            <a:blip r:embed="rId4">
              <a:alphaModFix/>
            </a:blip>
            <a:srcRect b="0" l="0" r="0" t="0"/>
            <a:stretch/>
          </p:blipFill>
          <p:spPr>
            <a:xfrm>
              <a:off x="998924" y="1030975"/>
              <a:ext cx="3212100" cy="3212100"/>
            </a:xfrm>
            <a:prstGeom prst="rect">
              <a:avLst/>
            </a:prstGeom>
            <a:noFill/>
            <a:ln>
              <a:noFill/>
            </a:ln>
          </p:spPr>
        </p:pic>
        <p:grpSp>
          <p:nvGrpSpPr>
            <p:cNvPr id="400" name="Google Shape;400;p6"/>
            <p:cNvGrpSpPr/>
            <p:nvPr/>
          </p:nvGrpSpPr>
          <p:grpSpPr>
            <a:xfrm>
              <a:off x="2606876" y="3132925"/>
              <a:ext cx="1669525" cy="1669525"/>
              <a:chOff x="2704540" y="2630250"/>
              <a:chExt cx="873000" cy="873000"/>
            </a:xfrm>
          </p:grpSpPr>
          <p:pic>
            <p:nvPicPr>
              <p:cNvPr id="401" name="Google Shape;401;p6"/>
              <p:cNvPicPr preferRelativeResize="0"/>
              <p:nvPr/>
            </p:nvPicPr>
            <p:blipFill rotWithShape="1">
              <a:blip r:embed="rId4">
                <a:alphaModFix/>
              </a:blip>
              <a:srcRect b="3375" l="3366" r="3375" t="3366"/>
              <a:stretch/>
            </p:blipFill>
            <p:spPr>
              <a:xfrm>
                <a:off x="2704540" y="2630250"/>
                <a:ext cx="873000" cy="873000"/>
              </a:xfrm>
              <a:prstGeom prst="ellipse">
                <a:avLst/>
              </a:prstGeom>
              <a:noFill/>
              <a:ln>
                <a:noFill/>
              </a:ln>
            </p:spPr>
          </p:pic>
          <p:sp>
            <p:nvSpPr>
              <p:cNvPr id="402" name="Google Shape;402;p6"/>
              <p:cNvSpPr/>
              <p:nvPr/>
            </p:nvSpPr>
            <p:spPr>
              <a:xfrm>
                <a:off x="2720287" y="2646050"/>
                <a:ext cx="841500" cy="8415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7"/>
          <p:cNvSpPr txBox="1"/>
          <p:nvPr>
            <p:ph idx="1" type="subTitle"/>
          </p:nvPr>
        </p:nvSpPr>
        <p:spPr>
          <a:xfrm>
            <a:off x="650163" y="1245500"/>
            <a:ext cx="3390000" cy="419100"/>
          </a:xfrm>
          <a:prstGeom prst="rect">
            <a:avLst/>
          </a:prstGeom>
          <a:noFill/>
          <a:ln>
            <a:noFill/>
          </a:ln>
        </p:spPr>
        <p:txBody>
          <a:bodyPr anchorCtr="0" anchor="b" bIns="91425" lIns="91425" spcFirstLastPara="1" rIns="91425" wrap="square" tIns="91425">
            <a:noAutofit/>
          </a:bodyPr>
          <a:lstStyle/>
          <a:p>
            <a:pPr indent="-330200" lvl="0" marL="457200" rtl="0" algn="ctr">
              <a:lnSpc>
                <a:spcPct val="100000"/>
              </a:lnSpc>
              <a:spcBef>
                <a:spcPts val="0"/>
              </a:spcBef>
              <a:spcAft>
                <a:spcPts val="0"/>
              </a:spcAft>
              <a:buSzPts val="1600"/>
              <a:buFont typeface="Times"/>
              <a:buAutoNum type="arabicPeriod"/>
            </a:pPr>
            <a:r>
              <a:rPr b="1" lang="en">
                <a:latin typeface="Times"/>
                <a:ea typeface="Times"/>
                <a:cs typeface="Times"/>
                <a:sym typeface="Times"/>
              </a:rPr>
              <a:t>Night &amp; Outdoor </a:t>
            </a:r>
            <a:r>
              <a:rPr b="1" lang="en">
                <a:latin typeface="Times"/>
                <a:ea typeface="Times"/>
                <a:cs typeface="Times"/>
                <a:sym typeface="Times"/>
              </a:rPr>
              <a:t>Activities</a:t>
            </a:r>
            <a:endParaRPr b="1">
              <a:latin typeface="Times"/>
              <a:ea typeface="Times"/>
              <a:cs typeface="Times"/>
              <a:sym typeface="Times"/>
            </a:endParaRPr>
          </a:p>
        </p:txBody>
      </p:sp>
      <p:sp>
        <p:nvSpPr>
          <p:cNvPr id="408" name="Google Shape;408;p7"/>
          <p:cNvSpPr txBox="1"/>
          <p:nvPr>
            <p:ph idx="5" type="subTitle"/>
          </p:nvPr>
        </p:nvSpPr>
        <p:spPr>
          <a:xfrm>
            <a:off x="776787" y="2961250"/>
            <a:ext cx="2576700" cy="419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b="1" lang="en">
                <a:latin typeface="Times"/>
                <a:ea typeface="Times"/>
                <a:cs typeface="Times"/>
                <a:sym typeface="Times"/>
              </a:rPr>
              <a:t>3. </a:t>
            </a:r>
            <a:r>
              <a:rPr b="1" lang="en">
                <a:latin typeface="Times"/>
                <a:ea typeface="Times"/>
                <a:cs typeface="Times"/>
                <a:sym typeface="Times"/>
              </a:rPr>
              <a:t>Hotel &amp; Restaurant</a:t>
            </a:r>
            <a:endParaRPr b="1">
              <a:latin typeface="Times"/>
              <a:ea typeface="Times"/>
              <a:cs typeface="Times"/>
              <a:sym typeface="Times"/>
            </a:endParaRPr>
          </a:p>
        </p:txBody>
      </p:sp>
      <p:sp>
        <p:nvSpPr>
          <p:cNvPr id="409" name="Google Shape;409;p7"/>
          <p:cNvSpPr txBox="1"/>
          <p:nvPr>
            <p:ph idx="6" type="subTitle"/>
          </p:nvPr>
        </p:nvSpPr>
        <p:spPr>
          <a:xfrm>
            <a:off x="5397211" y="1199425"/>
            <a:ext cx="2576700" cy="419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b="1" lang="en">
                <a:latin typeface="Times"/>
                <a:ea typeface="Times"/>
                <a:cs typeface="Times"/>
                <a:sym typeface="Times"/>
              </a:rPr>
              <a:t>2. </a:t>
            </a:r>
            <a:r>
              <a:rPr b="1" lang="en">
                <a:latin typeface="Times"/>
                <a:ea typeface="Times"/>
                <a:cs typeface="Times"/>
                <a:sym typeface="Times"/>
              </a:rPr>
              <a:t>Cultural Experience</a:t>
            </a:r>
            <a:endParaRPr b="1">
              <a:latin typeface="Times"/>
              <a:ea typeface="Times"/>
              <a:cs typeface="Times"/>
              <a:sym typeface="Times"/>
            </a:endParaRPr>
          </a:p>
        </p:txBody>
      </p:sp>
      <p:sp>
        <p:nvSpPr>
          <p:cNvPr id="410" name="Google Shape;410;p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b="1" lang="en">
                <a:latin typeface="Times"/>
                <a:ea typeface="Times"/>
                <a:cs typeface="Times"/>
                <a:sym typeface="Times"/>
              </a:rPr>
              <a:t>Datasets</a:t>
            </a:r>
            <a:endParaRPr b="1">
              <a:latin typeface="Times"/>
              <a:ea typeface="Times"/>
              <a:cs typeface="Times"/>
              <a:sym typeface="Times"/>
            </a:endParaRPr>
          </a:p>
        </p:txBody>
      </p:sp>
      <p:sp>
        <p:nvSpPr>
          <p:cNvPr id="411" name="Google Shape;411;p7"/>
          <p:cNvSpPr txBox="1"/>
          <p:nvPr>
            <p:ph idx="2" type="subTitle"/>
          </p:nvPr>
        </p:nvSpPr>
        <p:spPr>
          <a:xfrm>
            <a:off x="896088" y="1618037"/>
            <a:ext cx="2576700" cy="12708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1200"/>
              </a:spcBef>
              <a:spcAft>
                <a:spcPts val="0"/>
              </a:spcAft>
              <a:buSzPts val="1500"/>
              <a:buFont typeface="Times"/>
              <a:buChar char="●"/>
            </a:pPr>
            <a:r>
              <a:rPr lang="en" sz="1300">
                <a:latin typeface="Times"/>
                <a:ea typeface="Times"/>
                <a:cs typeface="Times"/>
                <a:sym typeface="Times"/>
              </a:rPr>
              <a:t>Nightlife (Clubs, Bars)</a:t>
            </a:r>
            <a:endParaRPr sz="1300">
              <a:latin typeface="Times"/>
              <a:ea typeface="Times"/>
              <a:cs typeface="Times"/>
              <a:sym typeface="Times"/>
            </a:endParaRPr>
          </a:p>
          <a:p>
            <a:pPr indent="-323850" lvl="0" marL="457200" rtl="0" algn="l">
              <a:lnSpc>
                <a:spcPct val="115000"/>
              </a:lnSpc>
              <a:spcBef>
                <a:spcPts val="0"/>
              </a:spcBef>
              <a:spcAft>
                <a:spcPts val="0"/>
              </a:spcAft>
              <a:buSzPts val="1500"/>
              <a:buFont typeface="Times"/>
              <a:buChar char="●"/>
            </a:pPr>
            <a:r>
              <a:rPr lang="en" sz="1300">
                <a:latin typeface="Times"/>
                <a:ea typeface="Times"/>
                <a:cs typeface="Times"/>
                <a:sym typeface="Times"/>
              </a:rPr>
              <a:t>Outdoor (scenic views, parks, nature trails)</a:t>
            </a:r>
            <a:endParaRPr sz="1300">
              <a:latin typeface="Times"/>
              <a:ea typeface="Times"/>
              <a:cs typeface="Times"/>
              <a:sym typeface="Times"/>
            </a:endParaRPr>
          </a:p>
          <a:p>
            <a:pPr indent="0" lvl="0" marL="0" rtl="0" algn="ctr">
              <a:lnSpc>
                <a:spcPct val="100000"/>
              </a:lnSpc>
              <a:spcBef>
                <a:spcPts val="1200"/>
              </a:spcBef>
              <a:spcAft>
                <a:spcPts val="0"/>
              </a:spcAft>
              <a:buSzPts val="1400"/>
              <a:buNone/>
            </a:pPr>
            <a:r>
              <a:t/>
            </a:r>
            <a:endParaRPr>
              <a:latin typeface="Times"/>
              <a:ea typeface="Times"/>
              <a:cs typeface="Times"/>
              <a:sym typeface="Times"/>
            </a:endParaRPr>
          </a:p>
        </p:txBody>
      </p:sp>
      <p:sp>
        <p:nvSpPr>
          <p:cNvPr id="412" name="Google Shape;412;p7"/>
          <p:cNvSpPr txBox="1"/>
          <p:nvPr>
            <p:ph idx="3" type="subTitle"/>
          </p:nvPr>
        </p:nvSpPr>
        <p:spPr>
          <a:xfrm>
            <a:off x="896088" y="3335674"/>
            <a:ext cx="2576700" cy="12708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1200"/>
              </a:spcBef>
              <a:spcAft>
                <a:spcPts val="0"/>
              </a:spcAft>
              <a:buSzPts val="1300"/>
              <a:buFont typeface="Times"/>
              <a:buChar char="●"/>
            </a:pPr>
            <a:r>
              <a:rPr lang="en" sz="1300">
                <a:latin typeface="Times"/>
                <a:ea typeface="Times"/>
                <a:cs typeface="Times"/>
                <a:sym typeface="Times"/>
              </a:rPr>
              <a:t>Restaurant</a:t>
            </a:r>
            <a:endParaRPr sz="1300">
              <a:latin typeface="Times"/>
              <a:ea typeface="Times"/>
              <a:cs typeface="Times"/>
              <a:sym typeface="Times"/>
            </a:endParaRPr>
          </a:p>
          <a:p>
            <a:pPr indent="-311150" lvl="0" marL="457200" rtl="0" algn="l">
              <a:lnSpc>
                <a:spcPct val="115000"/>
              </a:lnSpc>
              <a:spcBef>
                <a:spcPts val="0"/>
              </a:spcBef>
              <a:spcAft>
                <a:spcPts val="0"/>
              </a:spcAft>
              <a:buSzPts val="1300"/>
              <a:buFont typeface="Times"/>
              <a:buChar char="●"/>
            </a:pPr>
            <a:r>
              <a:rPr lang="en" sz="1300">
                <a:latin typeface="Times"/>
                <a:ea typeface="Times"/>
                <a:cs typeface="Times"/>
                <a:sym typeface="Times"/>
              </a:rPr>
              <a:t>Budget</a:t>
            </a:r>
            <a:endParaRPr sz="1300">
              <a:latin typeface="Times"/>
              <a:ea typeface="Times"/>
              <a:cs typeface="Times"/>
              <a:sym typeface="Times"/>
            </a:endParaRPr>
          </a:p>
          <a:p>
            <a:pPr indent="-311150" lvl="0" marL="457200" rtl="0" algn="l">
              <a:lnSpc>
                <a:spcPct val="115000"/>
              </a:lnSpc>
              <a:spcBef>
                <a:spcPts val="0"/>
              </a:spcBef>
              <a:spcAft>
                <a:spcPts val="0"/>
              </a:spcAft>
              <a:buSzPts val="1300"/>
              <a:buFont typeface="Times"/>
              <a:buChar char="●"/>
            </a:pPr>
            <a:r>
              <a:rPr lang="en" sz="1300">
                <a:latin typeface="Times"/>
                <a:ea typeface="Times"/>
                <a:cs typeface="Times"/>
                <a:sym typeface="Times"/>
              </a:rPr>
              <a:t>Mid-range</a:t>
            </a:r>
            <a:endParaRPr sz="1300">
              <a:latin typeface="Times"/>
              <a:ea typeface="Times"/>
              <a:cs typeface="Times"/>
              <a:sym typeface="Times"/>
            </a:endParaRPr>
          </a:p>
          <a:p>
            <a:pPr indent="-311150" lvl="0" marL="457200" rtl="0" algn="l">
              <a:lnSpc>
                <a:spcPct val="115000"/>
              </a:lnSpc>
              <a:spcBef>
                <a:spcPts val="0"/>
              </a:spcBef>
              <a:spcAft>
                <a:spcPts val="0"/>
              </a:spcAft>
              <a:buSzPts val="1300"/>
              <a:buFont typeface="Times"/>
              <a:buChar char="●"/>
            </a:pPr>
            <a:r>
              <a:rPr lang="en" sz="1300">
                <a:latin typeface="Times"/>
                <a:ea typeface="Times"/>
                <a:cs typeface="Times"/>
                <a:sym typeface="Times"/>
              </a:rPr>
              <a:t>Luxury.</a:t>
            </a:r>
            <a:endParaRPr sz="1400">
              <a:latin typeface="Times"/>
              <a:ea typeface="Times"/>
              <a:cs typeface="Times"/>
              <a:sym typeface="Times"/>
            </a:endParaRPr>
          </a:p>
        </p:txBody>
      </p:sp>
      <p:sp>
        <p:nvSpPr>
          <p:cNvPr id="413" name="Google Shape;413;p7"/>
          <p:cNvSpPr txBox="1"/>
          <p:nvPr>
            <p:ph idx="4" type="subTitle"/>
          </p:nvPr>
        </p:nvSpPr>
        <p:spPr>
          <a:xfrm>
            <a:off x="5688538" y="1618524"/>
            <a:ext cx="2576700" cy="12708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1200"/>
              </a:spcBef>
              <a:spcAft>
                <a:spcPts val="0"/>
              </a:spcAft>
              <a:buSzPts val="1300"/>
              <a:buFont typeface="Times"/>
              <a:buChar char="●"/>
            </a:pPr>
            <a:r>
              <a:rPr lang="en" sz="1300">
                <a:latin typeface="Times"/>
                <a:ea typeface="Times"/>
                <a:cs typeface="Times"/>
                <a:sym typeface="Times"/>
              </a:rPr>
              <a:t>Museums</a:t>
            </a:r>
            <a:endParaRPr sz="1300">
              <a:latin typeface="Times"/>
              <a:ea typeface="Times"/>
              <a:cs typeface="Times"/>
              <a:sym typeface="Times"/>
            </a:endParaRPr>
          </a:p>
          <a:p>
            <a:pPr indent="-311150" lvl="0" marL="457200" rtl="0" algn="l">
              <a:lnSpc>
                <a:spcPct val="115000"/>
              </a:lnSpc>
              <a:spcBef>
                <a:spcPts val="0"/>
              </a:spcBef>
              <a:spcAft>
                <a:spcPts val="0"/>
              </a:spcAft>
              <a:buSzPts val="1300"/>
              <a:buFont typeface="Times"/>
              <a:buChar char="●"/>
            </a:pPr>
            <a:r>
              <a:rPr lang="en" sz="1300">
                <a:latin typeface="Times"/>
                <a:ea typeface="Times"/>
                <a:cs typeface="Times"/>
                <a:sym typeface="Times"/>
              </a:rPr>
              <a:t>Markets</a:t>
            </a:r>
            <a:endParaRPr sz="1300">
              <a:latin typeface="Times"/>
              <a:ea typeface="Times"/>
              <a:cs typeface="Times"/>
              <a:sym typeface="Times"/>
            </a:endParaRPr>
          </a:p>
          <a:p>
            <a:pPr indent="-311150" lvl="0" marL="457200" rtl="0" algn="l">
              <a:lnSpc>
                <a:spcPct val="115000"/>
              </a:lnSpc>
              <a:spcBef>
                <a:spcPts val="0"/>
              </a:spcBef>
              <a:spcAft>
                <a:spcPts val="0"/>
              </a:spcAft>
              <a:buSzPts val="1300"/>
              <a:buFont typeface="Times"/>
              <a:buChar char="●"/>
            </a:pPr>
            <a:r>
              <a:rPr lang="en" sz="1300">
                <a:latin typeface="Times"/>
                <a:ea typeface="Times"/>
                <a:cs typeface="Times"/>
                <a:sym typeface="Times"/>
              </a:rPr>
              <a:t>Art galleries</a:t>
            </a:r>
            <a:endParaRPr sz="1300">
              <a:latin typeface="Times"/>
              <a:ea typeface="Times"/>
              <a:cs typeface="Times"/>
              <a:sym typeface="Times"/>
            </a:endParaRPr>
          </a:p>
          <a:p>
            <a:pPr indent="-311150" lvl="0" marL="457200" rtl="0" algn="l">
              <a:lnSpc>
                <a:spcPct val="115000"/>
              </a:lnSpc>
              <a:spcBef>
                <a:spcPts val="0"/>
              </a:spcBef>
              <a:spcAft>
                <a:spcPts val="0"/>
              </a:spcAft>
              <a:buSzPts val="1300"/>
              <a:buFont typeface="Times"/>
              <a:buChar char="●"/>
            </a:pPr>
            <a:r>
              <a:rPr lang="en" sz="1300">
                <a:latin typeface="Times"/>
                <a:ea typeface="Times"/>
                <a:cs typeface="Times"/>
                <a:sym typeface="Times"/>
              </a:rPr>
              <a:t>Cultural Districts</a:t>
            </a:r>
            <a:endParaRPr sz="1300">
              <a:latin typeface="Times"/>
              <a:ea typeface="Times"/>
              <a:cs typeface="Times"/>
              <a:sym typeface="Times"/>
            </a:endParaRPr>
          </a:p>
          <a:p>
            <a:pPr indent="0" lvl="0" marL="0" rtl="0" algn="ctr">
              <a:lnSpc>
                <a:spcPct val="100000"/>
              </a:lnSpc>
              <a:spcBef>
                <a:spcPts val="1200"/>
              </a:spcBef>
              <a:spcAft>
                <a:spcPts val="0"/>
              </a:spcAft>
              <a:buSzPts val="1400"/>
              <a:buNone/>
            </a:pPr>
            <a:r>
              <a:t/>
            </a:r>
            <a:endParaRPr>
              <a:latin typeface="Times"/>
              <a:ea typeface="Times"/>
              <a:cs typeface="Times"/>
              <a:sym typeface="Times"/>
            </a:endParaRPr>
          </a:p>
        </p:txBody>
      </p:sp>
      <p:sp>
        <p:nvSpPr>
          <p:cNvPr id="414" name="Google Shape;414;p7"/>
          <p:cNvSpPr txBox="1"/>
          <p:nvPr/>
        </p:nvSpPr>
        <p:spPr>
          <a:xfrm>
            <a:off x="4962788" y="2961250"/>
            <a:ext cx="2392800" cy="41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Times"/>
                <a:ea typeface="Times"/>
                <a:cs typeface="Times"/>
                <a:sym typeface="Times"/>
              </a:rPr>
              <a:t>4. Events</a:t>
            </a:r>
            <a:endParaRPr b="1" sz="1600">
              <a:solidFill>
                <a:schemeClr val="dk1"/>
              </a:solidFill>
              <a:latin typeface="Times"/>
              <a:ea typeface="Times"/>
              <a:cs typeface="Times"/>
              <a:sym typeface="Times"/>
            </a:endParaRPr>
          </a:p>
          <a:p>
            <a:pPr indent="0" lvl="0" marL="0" rtl="0" algn="l">
              <a:spcBef>
                <a:spcPts val="0"/>
              </a:spcBef>
              <a:spcAft>
                <a:spcPts val="0"/>
              </a:spcAft>
              <a:buNone/>
            </a:pPr>
            <a:br>
              <a:rPr lang="en" sz="1600">
                <a:solidFill>
                  <a:schemeClr val="dk1"/>
                </a:solidFill>
                <a:latin typeface="Times"/>
                <a:ea typeface="Times"/>
                <a:cs typeface="Times"/>
                <a:sym typeface="Times"/>
              </a:rPr>
            </a:br>
            <a:endParaRPr sz="1600">
              <a:solidFill>
                <a:schemeClr val="dk1"/>
              </a:solidFill>
              <a:latin typeface="Times"/>
              <a:ea typeface="Times"/>
              <a:cs typeface="Times"/>
              <a:sym typeface="Times"/>
            </a:endParaRPr>
          </a:p>
          <a:p>
            <a:pPr indent="0" lvl="0" marL="0" rtl="0" algn="l">
              <a:spcBef>
                <a:spcPts val="0"/>
              </a:spcBef>
              <a:spcAft>
                <a:spcPts val="0"/>
              </a:spcAft>
              <a:buNone/>
            </a:pPr>
            <a:r>
              <a:t/>
            </a:r>
            <a:endParaRPr sz="1600">
              <a:solidFill>
                <a:schemeClr val="dk1"/>
              </a:solidFill>
              <a:latin typeface="Times"/>
              <a:ea typeface="Times"/>
              <a:cs typeface="Times"/>
              <a:sym typeface="Times"/>
            </a:endParaRPr>
          </a:p>
        </p:txBody>
      </p:sp>
      <p:sp>
        <p:nvSpPr>
          <p:cNvPr id="415" name="Google Shape;415;p7"/>
          <p:cNvSpPr txBox="1"/>
          <p:nvPr>
            <p:ph idx="4" type="subTitle"/>
          </p:nvPr>
        </p:nvSpPr>
        <p:spPr>
          <a:xfrm>
            <a:off x="5672788" y="3291249"/>
            <a:ext cx="2576700" cy="12708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1200"/>
              </a:spcBef>
              <a:spcAft>
                <a:spcPts val="0"/>
              </a:spcAft>
              <a:buSzPts val="1300"/>
              <a:buFont typeface="Times"/>
              <a:buChar char="●"/>
            </a:pPr>
            <a:r>
              <a:rPr lang="en" sz="1300">
                <a:latin typeface="Times"/>
                <a:ea typeface="Times"/>
                <a:cs typeface="Times"/>
                <a:sym typeface="Times"/>
              </a:rPr>
              <a:t> Cultural &amp; Arts Events</a:t>
            </a:r>
            <a:endParaRPr sz="1300">
              <a:latin typeface="Times"/>
              <a:ea typeface="Times"/>
              <a:cs typeface="Times"/>
              <a:sym typeface="Times"/>
            </a:endParaRPr>
          </a:p>
          <a:p>
            <a:pPr indent="-311150" lvl="0" marL="457200" rtl="0" algn="l">
              <a:lnSpc>
                <a:spcPct val="115000"/>
              </a:lnSpc>
              <a:spcBef>
                <a:spcPts val="0"/>
              </a:spcBef>
              <a:spcAft>
                <a:spcPts val="0"/>
              </a:spcAft>
              <a:buSzPts val="1300"/>
              <a:buFont typeface="Times"/>
              <a:buChar char="●"/>
            </a:pPr>
            <a:r>
              <a:rPr lang="en" sz="1300">
                <a:latin typeface="Times"/>
                <a:ea typeface="Times"/>
                <a:cs typeface="Times"/>
                <a:sym typeface="Times"/>
              </a:rPr>
              <a:t> Food &amp; Drink Experiences</a:t>
            </a:r>
            <a:endParaRPr sz="1300">
              <a:latin typeface="Times"/>
              <a:ea typeface="Times"/>
              <a:cs typeface="Times"/>
              <a:sym typeface="Times"/>
            </a:endParaRPr>
          </a:p>
          <a:p>
            <a:pPr indent="-311150" lvl="0" marL="457200" rtl="0" algn="l">
              <a:lnSpc>
                <a:spcPct val="115000"/>
              </a:lnSpc>
              <a:spcBef>
                <a:spcPts val="0"/>
              </a:spcBef>
              <a:spcAft>
                <a:spcPts val="0"/>
              </a:spcAft>
              <a:buSzPts val="1300"/>
              <a:buFont typeface="Times"/>
              <a:buChar char="●"/>
            </a:pPr>
            <a:r>
              <a:rPr lang="en" sz="1300">
                <a:latin typeface="Times"/>
                <a:ea typeface="Times"/>
                <a:cs typeface="Times"/>
                <a:sym typeface="Times"/>
              </a:rPr>
              <a:t>Outdoor &amp; Wellness Activities</a:t>
            </a:r>
            <a:endParaRPr sz="1300">
              <a:latin typeface="Times"/>
              <a:ea typeface="Times"/>
              <a:cs typeface="Times"/>
              <a:sym typeface="Times"/>
            </a:endParaRPr>
          </a:p>
          <a:p>
            <a:pPr indent="-311150" lvl="0" marL="457200" rtl="0" algn="l">
              <a:lnSpc>
                <a:spcPct val="115000"/>
              </a:lnSpc>
              <a:spcBef>
                <a:spcPts val="0"/>
              </a:spcBef>
              <a:spcAft>
                <a:spcPts val="0"/>
              </a:spcAft>
              <a:buSzPts val="1300"/>
              <a:buFont typeface="Times"/>
              <a:buChar char="●"/>
            </a:pPr>
            <a:r>
              <a:rPr lang="en" sz="1300">
                <a:latin typeface="Times"/>
                <a:ea typeface="Times"/>
                <a:cs typeface="Times"/>
                <a:sym typeface="Times"/>
              </a:rPr>
              <a:t>Community and Social Gatherings</a:t>
            </a:r>
            <a:endParaRPr sz="1300">
              <a:latin typeface="Times"/>
              <a:ea typeface="Times"/>
              <a:cs typeface="Times"/>
              <a:sym typeface="Times"/>
            </a:endParaRPr>
          </a:p>
          <a:p>
            <a:pPr indent="0" lvl="0" marL="0" rtl="0" algn="ctr">
              <a:lnSpc>
                <a:spcPct val="100000"/>
              </a:lnSpc>
              <a:spcBef>
                <a:spcPts val="1200"/>
              </a:spcBef>
              <a:spcAft>
                <a:spcPts val="0"/>
              </a:spcAft>
              <a:buSzPts val="1400"/>
              <a:buNone/>
            </a:pPr>
            <a:r>
              <a:t/>
            </a:r>
            <a:endParaRPr>
              <a:latin typeface="Times"/>
              <a:ea typeface="Times"/>
              <a:cs typeface="Times"/>
              <a:sym typeface="Time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g32f57c54270_0_0"/>
          <p:cNvSpPr txBox="1"/>
          <p:nvPr>
            <p:ph type="title"/>
          </p:nvPr>
        </p:nvSpPr>
        <p:spPr>
          <a:xfrm>
            <a:off x="4572050" y="2229450"/>
            <a:ext cx="4302000" cy="14607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5000"/>
              <a:buNone/>
            </a:pPr>
            <a:r>
              <a:rPr b="1" lang="en">
                <a:latin typeface="Times"/>
                <a:ea typeface="Times"/>
                <a:cs typeface="Times"/>
                <a:sym typeface="Times"/>
              </a:rPr>
              <a:t>Technology</a:t>
            </a:r>
            <a:endParaRPr b="1">
              <a:latin typeface="Times"/>
              <a:ea typeface="Times"/>
              <a:cs typeface="Times"/>
              <a:sym typeface="Times"/>
            </a:endParaRPr>
          </a:p>
          <a:p>
            <a:pPr indent="0" lvl="0" marL="0" rtl="0" algn="ctr">
              <a:lnSpc>
                <a:spcPct val="100000"/>
              </a:lnSpc>
              <a:spcBef>
                <a:spcPts val="0"/>
              </a:spcBef>
              <a:spcAft>
                <a:spcPts val="0"/>
              </a:spcAft>
              <a:buSzPts val="5000"/>
              <a:buNone/>
            </a:pPr>
            <a:r>
              <a:t/>
            </a:r>
            <a:endParaRPr>
              <a:latin typeface="Times"/>
              <a:ea typeface="Times"/>
              <a:cs typeface="Times"/>
              <a:sym typeface="Times"/>
            </a:endParaRPr>
          </a:p>
        </p:txBody>
      </p:sp>
      <p:sp>
        <p:nvSpPr>
          <p:cNvPr id="421" name="Google Shape;421;g32f57c54270_0_0"/>
          <p:cNvSpPr txBox="1"/>
          <p:nvPr>
            <p:ph idx="2" type="title"/>
          </p:nvPr>
        </p:nvSpPr>
        <p:spPr>
          <a:xfrm>
            <a:off x="6956376" y="1453350"/>
            <a:ext cx="1472400" cy="7761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6000"/>
              <a:buNone/>
            </a:pPr>
            <a:r>
              <a:rPr lang="en">
                <a:latin typeface="Times"/>
                <a:ea typeface="Times"/>
                <a:cs typeface="Times"/>
                <a:sym typeface="Times"/>
              </a:rPr>
              <a:t>03</a:t>
            </a:r>
            <a:endParaRPr>
              <a:latin typeface="Times"/>
              <a:ea typeface="Times"/>
              <a:cs typeface="Times"/>
              <a:sym typeface="Times"/>
            </a:endParaRPr>
          </a:p>
        </p:txBody>
      </p:sp>
      <p:grpSp>
        <p:nvGrpSpPr>
          <p:cNvPr id="422" name="Google Shape;422;g32f57c54270_0_0"/>
          <p:cNvGrpSpPr/>
          <p:nvPr/>
        </p:nvGrpSpPr>
        <p:grpSpPr>
          <a:xfrm>
            <a:off x="998924" y="341050"/>
            <a:ext cx="3277478" cy="4461401"/>
            <a:chOff x="998924" y="341050"/>
            <a:chExt cx="3277478" cy="4461401"/>
          </a:xfrm>
        </p:grpSpPr>
        <p:pic>
          <p:nvPicPr>
            <p:cNvPr id="423" name="Google Shape;423;g32f57c54270_0_0"/>
            <p:cNvPicPr preferRelativeResize="0"/>
            <p:nvPr/>
          </p:nvPicPr>
          <p:blipFill rotWithShape="1">
            <a:blip r:embed="rId3">
              <a:alphaModFix/>
            </a:blip>
            <a:srcRect b="0" l="0" r="0" t="0"/>
            <a:stretch/>
          </p:blipFill>
          <p:spPr>
            <a:xfrm>
              <a:off x="3078325" y="341050"/>
              <a:ext cx="1132700" cy="1132700"/>
            </a:xfrm>
            <a:prstGeom prst="rect">
              <a:avLst/>
            </a:prstGeom>
            <a:noFill/>
            <a:ln>
              <a:noFill/>
            </a:ln>
          </p:spPr>
        </p:pic>
        <p:pic>
          <p:nvPicPr>
            <p:cNvPr id="424" name="Google Shape;424;g32f57c54270_0_0"/>
            <p:cNvPicPr preferRelativeResize="0"/>
            <p:nvPr/>
          </p:nvPicPr>
          <p:blipFill rotWithShape="1">
            <a:blip r:embed="rId4">
              <a:alphaModFix/>
            </a:blip>
            <a:srcRect b="0" l="0" r="0" t="0"/>
            <a:stretch/>
          </p:blipFill>
          <p:spPr>
            <a:xfrm>
              <a:off x="998924" y="1030975"/>
              <a:ext cx="3212100" cy="3212100"/>
            </a:xfrm>
            <a:prstGeom prst="rect">
              <a:avLst/>
            </a:prstGeom>
            <a:noFill/>
            <a:ln>
              <a:noFill/>
            </a:ln>
          </p:spPr>
        </p:pic>
        <p:grpSp>
          <p:nvGrpSpPr>
            <p:cNvPr id="425" name="Google Shape;425;g32f57c54270_0_0"/>
            <p:cNvGrpSpPr/>
            <p:nvPr/>
          </p:nvGrpSpPr>
          <p:grpSpPr>
            <a:xfrm>
              <a:off x="2606877" y="3132926"/>
              <a:ext cx="1669525" cy="1669525"/>
              <a:chOff x="2704540" y="2630250"/>
              <a:chExt cx="873000" cy="873000"/>
            </a:xfrm>
          </p:grpSpPr>
          <p:pic>
            <p:nvPicPr>
              <p:cNvPr id="426" name="Google Shape;426;g32f57c54270_0_0"/>
              <p:cNvPicPr preferRelativeResize="0"/>
              <p:nvPr/>
            </p:nvPicPr>
            <p:blipFill rotWithShape="1">
              <a:blip r:embed="rId4">
                <a:alphaModFix/>
              </a:blip>
              <a:srcRect b="3375" l="3366" r="3375" t="3366"/>
              <a:stretch/>
            </p:blipFill>
            <p:spPr>
              <a:xfrm>
                <a:off x="2704540" y="2630250"/>
                <a:ext cx="873000" cy="873000"/>
              </a:xfrm>
              <a:prstGeom prst="ellipse">
                <a:avLst/>
              </a:prstGeom>
              <a:noFill/>
              <a:ln>
                <a:noFill/>
              </a:ln>
            </p:spPr>
          </p:pic>
          <p:sp>
            <p:nvSpPr>
              <p:cNvPr id="427" name="Google Shape;427;g32f57c54270_0_0"/>
              <p:cNvSpPr/>
              <p:nvPr/>
            </p:nvSpPr>
            <p:spPr>
              <a:xfrm>
                <a:off x="2720287" y="2646050"/>
                <a:ext cx="841500" cy="8415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g3301f146420_0_0"/>
          <p:cNvSpPr txBox="1"/>
          <p:nvPr>
            <p:ph idx="1" type="body"/>
          </p:nvPr>
        </p:nvSpPr>
        <p:spPr>
          <a:xfrm>
            <a:off x="907300" y="810850"/>
            <a:ext cx="7757100" cy="3696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latin typeface="Times"/>
                <a:ea typeface="Times"/>
                <a:cs typeface="Times"/>
                <a:sym typeface="Times"/>
              </a:rPr>
              <a:t>1. Guide Agent (RAG-Based Retrieval &amp; Summarization)</a:t>
            </a:r>
            <a:endParaRPr b="1" sz="1300">
              <a:latin typeface="Times"/>
              <a:ea typeface="Times"/>
              <a:cs typeface="Times"/>
              <a:sym typeface="Times"/>
            </a:endParaRPr>
          </a:p>
          <a:p>
            <a:pPr indent="-311150" lvl="0" marL="457200" rtl="0" algn="l">
              <a:lnSpc>
                <a:spcPct val="115000"/>
              </a:lnSpc>
              <a:spcBef>
                <a:spcPts val="1200"/>
              </a:spcBef>
              <a:spcAft>
                <a:spcPts val="0"/>
              </a:spcAft>
              <a:buSzPts val="1300"/>
              <a:buFont typeface="Arial"/>
              <a:buChar char="●"/>
            </a:pPr>
            <a:r>
              <a:rPr b="1" lang="en" sz="1300">
                <a:latin typeface="Times"/>
                <a:ea typeface="Times"/>
                <a:cs typeface="Times"/>
                <a:sym typeface="Times"/>
              </a:rPr>
              <a:t>User Input:</a:t>
            </a:r>
            <a:r>
              <a:rPr lang="en" sz="1300">
                <a:latin typeface="Times"/>
                <a:ea typeface="Times"/>
                <a:cs typeface="Times"/>
                <a:sym typeface="Times"/>
              </a:rPr>
              <a:t> Receives a </a:t>
            </a:r>
            <a:r>
              <a:rPr b="1" lang="en" sz="1300">
                <a:latin typeface="Times"/>
                <a:ea typeface="Times"/>
                <a:cs typeface="Times"/>
                <a:sym typeface="Times"/>
              </a:rPr>
              <a:t>text-based travel question</a:t>
            </a:r>
            <a:r>
              <a:rPr lang="en" sz="1300">
                <a:latin typeface="Times"/>
                <a:ea typeface="Times"/>
                <a:cs typeface="Times"/>
                <a:sym typeface="Times"/>
              </a:rPr>
              <a:t>.</a:t>
            </a:r>
            <a:endParaRPr sz="1300">
              <a:latin typeface="Times"/>
              <a:ea typeface="Times"/>
              <a:cs typeface="Times"/>
              <a:sym typeface="Times"/>
            </a:endParaRPr>
          </a:p>
          <a:p>
            <a:pPr indent="-311150" lvl="0" marL="457200" rtl="0" algn="l">
              <a:lnSpc>
                <a:spcPct val="115000"/>
              </a:lnSpc>
              <a:spcBef>
                <a:spcPts val="0"/>
              </a:spcBef>
              <a:spcAft>
                <a:spcPts val="0"/>
              </a:spcAft>
              <a:buSzPts val="1300"/>
              <a:buFont typeface="Arial"/>
              <a:buChar char="●"/>
            </a:pPr>
            <a:r>
              <a:rPr b="1" lang="en" sz="1300">
                <a:latin typeface="Times"/>
                <a:ea typeface="Times"/>
                <a:cs typeface="Times"/>
                <a:sym typeface="Times"/>
              </a:rPr>
              <a:t>Retrieves relevant information</a:t>
            </a:r>
            <a:r>
              <a:rPr lang="en" sz="1300">
                <a:latin typeface="Times"/>
                <a:ea typeface="Times"/>
                <a:cs typeface="Times"/>
                <a:sym typeface="Times"/>
              </a:rPr>
              <a:t> from </a:t>
            </a:r>
            <a:r>
              <a:rPr b="1" lang="en" sz="1300">
                <a:latin typeface="Times"/>
                <a:ea typeface="Times"/>
                <a:cs typeface="Times"/>
                <a:sym typeface="Times"/>
              </a:rPr>
              <a:t>Pinecone index</a:t>
            </a:r>
            <a:r>
              <a:rPr lang="en" sz="1300">
                <a:latin typeface="Times"/>
                <a:ea typeface="Times"/>
                <a:cs typeface="Times"/>
                <a:sym typeface="Times"/>
              </a:rPr>
              <a:t>, which contains:</a:t>
            </a:r>
            <a:endParaRPr sz="1300">
              <a:latin typeface="Times"/>
              <a:ea typeface="Times"/>
              <a:cs typeface="Times"/>
              <a:sym typeface="Times"/>
            </a:endParaRPr>
          </a:p>
          <a:p>
            <a:pPr indent="-311150" lvl="1" marL="914400" rtl="0" algn="l">
              <a:lnSpc>
                <a:spcPct val="115000"/>
              </a:lnSpc>
              <a:spcBef>
                <a:spcPts val="0"/>
              </a:spcBef>
              <a:spcAft>
                <a:spcPts val="0"/>
              </a:spcAft>
              <a:buSzPts val="1300"/>
              <a:buFont typeface="Times"/>
              <a:buChar char="○"/>
            </a:pPr>
            <a:r>
              <a:rPr lang="en" sz="1300">
                <a:latin typeface="Times"/>
                <a:ea typeface="Times"/>
                <a:cs typeface="Times"/>
                <a:sym typeface="Times"/>
              </a:rPr>
              <a:t>Events </a:t>
            </a:r>
            <a:endParaRPr sz="1300">
              <a:latin typeface="Times"/>
              <a:ea typeface="Times"/>
              <a:cs typeface="Times"/>
              <a:sym typeface="Times"/>
            </a:endParaRPr>
          </a:p>
          <a:p>
            <a:pPr indent="-311150" lvl="1" marL="914400" rtl="0" algn="l">
              <a:lnSpc>
                <a:spcPct val="115000"/>
              </a:lnSpc>
              <a:spcBef>
                <a:spcPts val="0"/>
              </a:spcBef>
              <a:spcAft>
                <a:spcPts val="0"/>
              </a:spcAft>
              <a:buSzPts val="1300"/>
              <a:buFont typeface="Times"/>
              <a:buChar char="○"/>
            </a:pPr>
            <a:r>
              <a:rPr lang="en" sz="1300">
                <a:latin typeface="Times"/>
                <a:ea typeface="Times"/>
                <a:cs typeface="Times"/>
                <a:sym typeface="Times"/>
              </a:rPr>
              <a:t>Cultural landmarks</a:t>
            </a:r>
            <a:endParaRPr sz="1300">
              <a:latin typeface="Times"/>
              <a:ea typeface="Times"/>
              <a:cs typeface="Times"/>
              <a:sym typeface="Times"/>
            </a:endParaRPr>
          </a:p>
          <a:p>
            <a:pPr indent="-311150" lvl="1" marL="914400" rtl="0" algn="l">
              <a:lnSpc>
                <a:spcPct val="115000"/>
              </a:lnSpc>
              <a:spcBef>
                <a:spcPts val="0"/>
              </a:spcBef>
              <a:spcAft>
                <a:spcPts val="0"/>
              </a:spcAft>
              <a:buSzPts val="1300"/>
              <a:buFont typeface="Times"/>
              <a:buChar char="○"/>
            </a:pPr>
            <a:r>
              <a:rPr lang="en" sz="1300">
                <a:latin typeface="Times"/>
                <a:ea typeface="Times"/>
                <a:cs typeface="Times"/>
                <a:sym typeface="Times"/>
              </a:rPr>
              <a:t>Attractions</a:t>
            </a:r>
            <a:endParaRPr sz="1300">
              <a:latin typeface="Times"/>
              <a:ea typeface="Times"/>
              <a:cs typeface="Times"/>
              <a:sym typeface="Times"/>
            </a:endParaRPr>
          </a:p>
          <a:p>
            <a:pPr indent="-311150" lvl="1" marL="914400" rtl="0" algn="l">
              <a:lnSpc>
                <a:spcPct val="115000"/>
              </a:lnSpc>
              <a:spcBef>
                <a:spcPts val="0"/>
              </a:spcBef>
              <a:spcAft>
                <a:spcPts val="0"/>
              </a:spcAft>
              <a:buSzPts val="1300"/>
              <a:buFont typeface="Times"/>
              <a:buChar char="○"/>
            </a:pPr>
            <a:r>
              <a:rPr lang="en" sz="1300">
                <a:latin typeface="Times"/>
                <a:ea typeface="Times"/>
                <a:cs typeface="Times"/>
                <a:sym typeface="Times"/>
              </a:rPr>
              <a:t>Hidden gems</a:t>
            </a:r>
            <a:endParaRPr sz="1300">
              <a:latin typeface="Times"/>
              <a:ea typeface="Times"/>
              <a:cs typeface="Times"/>
              <a:sym typeface="Times"/>
            </a:endParaRPr>
          </a:p>
          <a:p>
            <a:pPr indent="-311150" lvl="0" marL="457200" rtl="0" algn="l">
              <a:lnSpc>
                <a:spcPct val="115000"/>
              </a:lnSpc>
              <a:spcBef>
                <a:spcPts val="0"/>
              </a:spcBef>
              <a:spcAft>
                <a:spcPts val="0"/>
              </a:spcAft>
              <a:buSzPts val="1300"/>
              <a:buFont typeface="Arial"/>
              <a:buChar char="●"/>
            </a:pPr>
            <a:r>
              <a:rPr b="1" lang="en" sz="1300">
                <a:latin typeface="Times"/>
                <a:ea typeface="Times"/>
                <a:cs typeface="Times"/>
                <a:sym typeface="Times"/>
              </a:rPr>
              <a:t>Filters and ranks the top 10 most relevant results</a:t>
            </a:r>
            <a:r>
              <a:rPr lang="en" sz="1300">
                <a:latin typeface="Times"/>
                <a:ea typeface="Times"/>
                <a:cs typeface="Times"/>
                <a:sym typeface="Times"/>
              </a:rPr>
              <a:t>.</a:t>
            </a:r>
            <a:endParaRPr sz="1300">
              <a:latin typeface="Times"/>
              <a:ea typeface="Times"/>
              <a:cs typeface="Times"/>
              <a:sym typeface="Times"/>
            </a:endParaRPr>
          </a:p>
          <a:p>
            <a:pPr indent="-311150" lvl="0" marL="457200" rtl="0" algn="l">
              <a:lnSpc>
                <a:spcPct val="115000"/>
              </a:lnSpc>
              <a:spcBef>
                <a:spcPts val="0"/>
              </a:spcBef>
              <a:spcAft>
                <a:spcPts val="0"/>
              </a:spcAft>
              <a:buSzPts val="1300"/>
              <a:buFont typeface="Arial"/>
              <a:buChar char="●"/>
            </a:pPr>
            <a:r>
              <a:rPr b="1" lang="en" sz="1300">
                <a:latin typeface="Times"/>
                <a:ea typeface="Times"/>
                <a:cs typeface="Times"/>
                <a:sym typeface="Times"/>
              </a:rPr>
              <a:t>Uses OpenAI GPT-4o Turbo</a:t>
            </a:r>
            <a:r>
              <a:rPr lang="en" sz="1300">
                <a:latin typeface="Times"/>
                <a:ea typeface="Times"/>
                <a:cs typeface="Times"/>
                <a:sym typeface="Times"/>
              </a:rPr>
              <a:t> to generate a </a:t>
            </a:r>
            <a:r>
              <a:rPr b="1" lang="en" sz="1300">
                <a:latin typeface="Times"/>
                <a:ea typeface="Times"/>
                <a:cs typeface="Times"/>
                <a:sym typeface="Times"/>
              </a:rPr>
              <a:t>structured travel guide</a:t>
            </a:r>
            <a:r>
              <a:rPr lang="en" sz="1300">
                <a:latin typeface="Times"/>
                <a:ea typeface="Times"/>
                <a:cs typeface="Times"/>
                <a:sym typeface="Times"/>
              </a:rPr>
              <a:t>.</a:t>
            </a:r>
            <a:endParaRPr sz="1300">
              <a:latin typeface="Times"/>
              <a:ea typeface="Times"/>
              <a:cs typeface="Times"/>
              <a:sym typeface="Times"/>
            </a:endParaRPr>
          </a:p>
          <a:p>
            <a:pPr indent="-311150" lvl="0" marL="457200" rtl="0" algn="l">
              <a:lnSpc>
                <a:spcPct val="115000"/>
              </a:lnSpc>
              <a:spcBef>
                <a:spcPts val="0"/>
              </a:spcBef>
              <a:spcAft>
                <a:spcPts val="0"/>
              </a:spcAft>
              <a:buSzPts val="1300"/>
              <a:buFont typeface="Arial"/>
              <a:buChar char="●"/>
            </a:pPr>
            <a:r>
              <a:rPr b="1" lang="en" sz="1300">
                <a:latin typeface="Times"/>
                <a:ea typeface="Times"/>
                <a:cs typeface="Times"/>
                <a:sym typeface="Times"/>
              </a:rPr>
              <a:t>Extracts "name" attributes</a:t>
            </a:r>
            <a:r>
              <a:rPr lang="en" sz="1300">
                <a:latin typeface="Times"/>
                <a:ea typeface="Times"/>
                <a:cs typeface="Times"/>
                <a:sym typeface="Times"/>
              </a:rPr>
              <a:t> from the results and passes them to the </a:t>
            </a:r>
            <a:r>
              <a:rPr b="1" lang="en" sz="1300">
                <a:latin typeface="Times"/>
                <a:ea typeface="Times"/>
                <a:cs typeface="Times"/>
                <a:sym typeface="Times"/>
              </a:rPr>
              <a:t>Route Plan Agent</a:t>
            </a:r>
            <a:r>
              <a:rPr lang="en" sz="1300">
                <a:latin typeface="Times"/>
                <a:ea typeface="Times"/>
                <a:cs typeface="Times"/>
                <a:sym typeface="Times"/>
              </a:rPr>
              <a:t>.</a:t>
            </a:r>
            <a:endParaRPr sz="1300">
              <a:latin typeface="Times"/>
              <a:ea typeface="Times"/>
              <a:cs typeface="Times"/>
              <a:sym typeface="Times"/>
            </a:endParaRPr>
          </a:p>
          <a:p>
            <a:pPr indent="0" lvl="0" marL="0" rtl="0" algn="l">
              <a:lnSpc>
                <a:spcPct val="115000"/>
              </a:lnSpc>
              <a:spcBef>
                <a:spcPts val="1400"/>
              </a:spcBef>
              <a:spcAft>
                <a:spcPts val="0"/>
              </a:spcAft>
              <a:buNone/>
            </a:pPr>
            <a:r>
              <a:rPr b="1" lang="en" sz="1300">
                <a:latin typeface="Times"/>
                <a:ea typeface="Times"/>
                <a:cs typeface="Times"/>
                <a:sym typeface="Times"/>
              </a:rPr>
              <a:t>2. Route Plan Agent (Interactive &amp; Optimized Itinerary)</a:t>
            </a:r>
            <a:endParaRPr b="1" sz="1300">
              <a:latin typeface="Times"/>
              <a:ea typeface="Times"/>
              <a:cs typeface="Times"/>
              <a:sym typeface="Times"/>
            </a:endParaRPr>
          </a:p>
          <a:p>
            <a:pPr indent="0" lvl="0" marL="0" rtl="0" algn="l">
              <a:lnSpc>
                <a:spcPct val="115000"/>
              </a:lnSpc>
              <a:spcBef>
                <a:spcPts val="1400"/>
              </a:spcBef>
              <a:spcAft>
                <a:spcPts val="0"/>
              </a:spcAft>
              <a:buNone/>
            </a:pPr>
            <a:r>
              <a:rPr b="1" lang="en" sz="1300">
                <a:latin typeface="Times"/>
                <a:ea typeface="Times"/>
                <a:cs typeface="Times"/>
                <a:sym typeface="Times"/>
              </a:rPr>
              <a:t>3. Currency Conversion Agent (User-Selected Home Currency)</a:t>
            </a:r>
            <a:endParaRPr b="1" sz="1300">
              <a:latin typeface="Times"/>
              <a:ea typeface="Times"/>
              <a:cs typeface="Times"/>
              <a:sym typeface="Times"/>
            </a:endParaRPr>
          </a:p>
          <a:p>
            <a:pPr indent="0" lvl="0" marL="0" rtl="0" algn="l">
              <a:lnSpc>
                <a:spcPct val="115000"/>
              </a:lnSpc>
              <a:spcBef>
                <a:spcPts val="1400"/>
              </a:spcBef>
              <a:spcAft>
                <a:spcPts val="0"/>
              </a:spcAft>
              <a:buNone/>
            </a:pPr>
            <a:r>
              <a:rPr b="1" lang="en" sz="1300">
                <a:latin typeface="Times"/>
                <a:ea typeface="Times"/>
                <a:cs typeface="Times"/>
                <a:sym typeface="Times"/>
              </a:rPr>
              <a:t>4. Weather Agent (Real-Time 7-Day Forecast)</a:t>
            </a:r>
            <a:endParaRPr sz="1300">
              <a:latin typeface="Times"/>
              <a:ea typeface="Times"/>
              <a:cs typeface="Times"/>
              <a:sym typeface="Times"/>
            </a:endParaRPr>
          </a:p>
          <a:p>
            <a:pPr indent="0" lvl="0" marL="0" rtl="0" algn="l">
              <a:lnSpc>
                <a:spcPct val="115000"/>
              </a:lnSpc>
              <a:spcBef>
                <a:spcPts val="1200"/>
              </a:spcBef>
              <a:spcAft>
                <a:spcPts val="1200"/>
              </a:spcAft>
              <a:buNone/>
            </a:pPr>
            <a:r>
              <a:t/>
            </a:r>
            <a:endParaRPr sz="1100">
              <a:latin typeface="Times"/>
              <a:ea typeface="Times"/>
              <a:cs typeface="Times"/>
              <a:sym typeface="Times"/>
            </a:endParaRPr>
          </a:p>
        </p:txBody>
      </p:sp>
      <p:sp>
        <p:nvSpPr>
          <p:cNvPr id="433" name="Google Shape;433;g3301f146420_0_0"/>
          <p:cNvSpPr txBox="1"/>
          <p:nvPr/>
        </p:nvSpPr>
        <p:spPr>
          <a:xfrm>
            <a:off x="3734425" y="152400"/>
            <a:ext cx="300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2200">
                <a:solidFill>
                  <a:schemeClr val="dk1"/>
                </a:solidFill>
                <a:latin typeface="Times"/>
                <a:ea typeface="Times"/>
                <a:cs typeface="Times"/>
                <a:sym typeface="Times"/>
              </a:rPr>
              <a:t>Four Core API</a:t>
            </a:r>
            <a:endParaRPr b="1" sz="2500">
              <a:latin typeface="Times"/>
              <a:ea typeface="Times"/>
              <a:cs typeface="Times"/>
              <a:sym typeface="Times"/>
            </a:endParaRPr>
          </a:p>
        </p:txBody>
      </p:sp>
      <p:sp>
        <p:nvSpPr>
          <p:cNvPr id="434" name="Google Shape;434;g3301f146420_0_0"/>
          <p:cNvSpPr txBox="1"/>
          <p:nvPr/>
        </p:nvSpPr>
        <p:spPr>
          <a:xfrm>
            <a:off x="4110925" y="1702200"/>
            <a:ext cx="3000000" cy="794100"/>
          </a:xfrm>
          <a:prstGeom prst="rect">
            <a:avLst/>
          </a:prstGeom>
          <a:noFill/>
          <a:ln>
            <a:noFill/>
          </a:ln>
        </p:spPr>
        <p:txBody>
          <a:bodyPr anchorCtr="0" anchor="t" bIns="91425" lIns="91425" spcFirstLastPara="1" rIns="91425" wrap="square" tIns="91425">
            <a:spAutoFit/>
          </a:bodyPr>
          <a:lstStyle/>
          <a:p>
            <a:pPr indent="-304800" lvl="1" marL="914400" rtl="0" algn="l">
              <a:lnSpc>
                <a:spcPct val="115000"/>
              </a:lnSpc>
              <a:spcBef>
                <a:spcPts val="1200"/>
              </a:spcBef>
              <a:spcAft>
                <a:spcPts val="0"/>
              </a:spcAft>
              <a:buClr>
                <a:schemeClr val="dk1"/>
              </a:buClr>
              <a:buSzPts val="1200"/>
              <a:buFont typeface="Times"/>
              <a:buChar char="○"/>
            </a:pPr>
            <a:r>
              <a:rPr lang="en" sz="1200">
                <a:solidFill>
                  <a:schemeClr val="dk1"/>
                </a:solidFill>
                <a:latin typeface="Times"/>
                <a:ea typeface="Times"/>
                <a:cs typeface="Times"/>
                <a:sym typeface="Times"/>
              </a:rPr>
              <a:t>Hotels</a:t>
            </a:r>
            <a:endParaRPr sz="1200">
              <a:solidFill>
                <a:schemeClr val="dk1"/>
              </a:solidFill>
              <a:latin typeface="Times"/>
              <a:ea typeface="Times"/>
              <a:cs typeface="Times"/>
              <a:sym typeface="Times"/>
            </a:endParaRPr>
          </a:p>
          <a:p>
            <a:pPr indent="-304800" lvl="1" marL="914400" rtl="0" algn="l">
              <a:lnSpc>
                <a:spcPct val="115000"/>
              </a:lnSpc>
              <a:spcBef>
                <a:spcPts val="0"/>
              </a:spcBef>
              <a:spcAft>
                <a:spcPts val="0"/>
              </a:spcAft>
              <a:buClr>
                <a:schemeClr val="dk1"/>
              </a:buClr>
              <a:buSzPts val="1200"/>
              <a:buFont typeface="Times"/>
              <a:buChar char="○"/>
            </a:pPr>
            <a:r>
              <a:rPr lang="en" sz="1200">
                <a:solidFill>
                  <a:schemeClr val="dk1"/>
                </a:solidFill>
                <a:latin typeface="Times"/>
                <a:ea typeface="Times"/>
                <a:cs typeface="Times"/>
                <a:sym typeface="Times"/>
              </a:rPr>
              <a:t>Nightspots</a:t>
            </a:r>
            <a:endParaRPr sz="1200">
              <a:solidFill>
                <a:schemeClr val="dk1"/>
              </a:solidFill>
              <a:latin typeface="Times"/>
              <a:ea typeface="Times"/>
              <a:cs typeface="Times"/>
              <a:sym typeface="Times"/>
            </a:endParaRPr>
          </a:p>
          <a:p>
            <a:pPr indent="-304800" lvl="1" marL="914400" rtl="0" algn="l">
              <a:lnSpc>
                <a:spcPct val="115000"/>
              </a:lnSpc>
              <a:spcBef>
                <a:spcPts val="0"/>
              </a:spcBef>
              <a:spcAft>
                <a:spcPts val="0"/>
              </a:spcAft>
              <a:buClr>
                <a:schemeClr val="dk1"/>
              </a:buClr>
              <a:buSzPts val="1200"/>
              <a:buFont typeface="Times"/>
              <a:buChar char="○"/>
            </a:pPr>
            <a:r>
              <a:rPr lang="en" sz="1200">
                <a:solidFill>
                  <a:schemeClr val="dk1"/>
                </a:solidFill>
                <a:latin typeface="Times"/>
                <a:ea typeface="Times"/>
                <a:cs typeface="Times"/>
                <a:sym typeface="Times"/>
              </a:rPr>
              <a:t>Restaurants</a:t>
            </a:r>
            <a:endParaRPr>
              <a:latin typeface="Times"/>
              <a:ea typeface="Times"/>
              <a:cs typeface="Times"/>
              <a:sym typeface="Time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graphicFrame>
        <p:nvGraphicFramePr>
          <p:cNvPr id="439" name="Google Shape;439;g3301f146420_0_12"/>
          <p:cNvGraphicFramePr/>
          <p:nvPr/>
        </p:nvGraphicFramePr>
        <p:xfrm>
          <a:off x="1350675" y="1315200"/>
          <a:ext cx="3000000" cy="3000000"/>
        </p:xfrm>
        <a:graphic>
          <a:graphicData uri="http://schemas.openxmlformats.org/drawingml/2006/table">
            <a:tbl>
              <a:tblPr>
                <a:noFill/>
                <a:tableStyleId>{1805DA56-8CB6-4F6B-895C-8373C37DD45C}</a:tableStyleId>
              </a:tblPr>
              <a:tblGrid>
                <a:gridCol w="2527000"/>
                <a:gridCol w="4498025"/>
              </a:tblGrid>
              <a:tr h="327025">
                <a:tc>
                  <a:txBody>
                    <a:bodyPr/>
                    <a:lstStyle/>
                    <a:p>
                      <a:pPr indent="0" lvl="0" marL="0" rtl="0" algn="ctr">
                        <a:lnSpc>
                          <a:spcPct val="115000"/>
                        </a:lnSpc>
                        <a:spcBef>
                          <a:spcPts val="0"/>
                        </a:spcBef>
                        <a:spcAft>
                          <a:spcPts val="0"/>
                        </a:spcAft>
                        <a:buNone/>
                      </a:pPr>
                      <a:r>
                        <a:rPr b="1" lang="en" sz="1500">
                          <a:solidFill>
                            <a:schemeClr val="dk1"/>
                          </a:solidFill>
                          <a:latin typeface="Times"/>
                          <a:ea typeface="Times"/>
                          <a:cs typeface="Times"/>
                          <a:sym typeface="Times"/>
                        </a:rPr>
                        <a:t>Component</a:t>
                      </a:r>
                      <a:endParaRPr sz="1500">
                        <a:solidFill>
                          <a:schemeClr val="dk1"/>
                        </a:solidFill>
                        <a:latin typeface="Times"/>
                        <a:ea typeface="Times"/>
                        <a:cs typeface="Times"/>
                        <a:sym typeface="Times"/>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solidFill>
                            <a:schemeClr val="dk1"/>
                          </a:solidFill>
                          <a:latin typeface="Times"/>
                          <a:ea typeface="Times"/>
                          <a:cs typeface="Times"/>
                          <a:sym typeface="Times"/>
                        </a:rPr>
                        <a:t>Tool/Framework</a:t>
                      </a:r>
                      <a:endParaRPr sz="1500">
                        <a:solidFill>
                          <a:schemeClr val="dk1"/>
                        </a:solidFill>
                        <a:latin typeface="Times"/>
                        <a:ea typeface="Times"/>
                        <a:cs typeface="Times"/>
                        <a:sym typeface="Times"/>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27025">
                <a:tc>
                  <a:txBody>
                    <a:bodyPr/>
                    <a:lstStyle/>
                    <a:p>
                      <a:pPr indent="0" lvl="0" marL="0" rtl="0" algn="l">
                        <a:lnSpc>
                          <a:spcPct val="115000"/>
                        </a:lnSpc>
                        <a:spcBef>
                          <a:spcPts val="0"/>
                        </a:spcBef>
                        <a:spcAft>
                          <a:spcPts val="0"/>
                        </a:spcAft>
                        <a:buNone/>
                      </a:pPr>
                      <a:r>
                        <a:rPr lang="en" sz="1500">
                          <a:solidFill>
                            <a:schemeClr val="dk1"/>
                          </a:solidFill>
                          <a:latin typeface="Times"/>
                          <a:ea typeface="Times"/>
                          <a:cs typeface="Times"/>
                          <a:sym typeface="Times"/>
                        </a:rPr>
                        <a:t>Vector DB</a:t>
                      </a:r>
                      <a:endParaRPr sz="1500">
                        <a:solidFill>
                          <a:schemeClr val="dk1"/>
                        </a:solidFill>
                        <a:latin typeface="Times"/>
                        <a:ea typeface="Times"/>
                        <a:cs typeface="Times"/>
                        <a:sym typeface="Times"/>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solidFill>
                            <a:schemeClr val="dk1"/>
                          </a:solidFill>
                          <a:latin typeface="Times"/>
                          <a:ea typeface="Times"/>
                          <a:cs typeface="Times"/>
                          <a:sym typeface="Times"/>
                        </a:rPr>
                        <a:t>            </a:t>
                      </a:r>
                      <a:r>
                        <a:rPr lang="en" sz="1500">
                          <a:solidFill>
                            <a:schemeClr val="dk1"/>
                          </a:solidFill>
                          <a:latin typeface="Times"/>
                          <a:ea typeface="Times"/>
                          <a:cs typeface="Times"/>
                          <a:sym typeface="Times"/>
                        </a:rPr>
                        <a:t>Pinecone</a:t>
                      </a:r>
                      <a:endParaRPr sz="1500">
                        <a:solidFill>
                          <a:schemeClr val="dk1"/>
                        </a:solidFill>
                        <a:latin typeface="Times"/>
                        <a:ea typeface="Times"/>
                        <a:cs typeface="Times"/>
                        <a:sym typeface="Times"/>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27025">
                <a:tc>
                  <a:txBody>
                    <a:bodyPr/>
                    <a:lstStyle/>
                    <a:p>
                      <a:pPr indent="0" lvl="0" marL="0" rtl="0" algn="l">
                        <a:lnSpc>
                          <a:spcPct val="115000"/>
                        </a:lnSpc>
                        <a:spcBef>
                          <a:spcPts val="0"/>
                        </a:spcBef>
                        <a:spcAft>
                          <a:spcPts val="0"/>
                        </a:spcAft>
                        <a:buNone/>
                      </a:pPr>
                      <a:r>
                        <a:rPr lang="en" sz="1500">
                          <a:solidFill>
                            <a:schemeClr val="dk1"/>
                          </a:solidFill>
                          <a:latin typeface="Times"/>
                          <a:ea typeface="Times"/>
                          <a:cs typeface="Times"/>
                          <a:sym typeface="Times"/>
                        </a:rPr>
                        <a:t>LLM Processing</a:t>
                      </a:r>
                      <a:endParaRPr sz="1500">
                        <a:solidFill>
                          <a:schemeClr val="dk1"/>
                        </a:solidFill>
                        <a:latin typeface="Times"/>
                        <a:ea typeface="Times"/>
                        <a:cs typeface="Times"/>
                        <a:sym typeface="Times"/>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solidFill>
                            <a:schemeClr val="dk1"/>
                          </a:solidFill>
                          <a:latin typeface="Times"/>
                          <a:ea typeface="Times"/>
                          <a:cs typeface="Times"/>
                          <a:sym typeface="Times"/>
                        </a:rPr>
                        <a:t>            </a:t>
                      </a:r>
                      <a:r>
                        <a:rPr lang="en" sz="1500">
                          <a:solidFill>
                            <a:schemeClr val="dk1"/>
                          </a:solidFill>
                          <a:latin typeface="Times"/>
                          <a:ea typeface="Times"/>
                          <a:cs typeface="Times"/>
                          <a:sym typeface="Times"/>
                        </a:rPr>
                        <a:t>OpenAI GPT-4o Turbo</a:t>
                      </a:r>
                      <a:endParaRPr sz="1500">
                        <a:solidFill>
                          <a:schemeClr val="dk1"/>
                        </a:solidFill>
                        <a:latin typeface="Times"/>
                        <a:ea typeface="Times"/>
                        <a:cs typeface="Times"/>
                        <a:sym typeface="Times"/>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27025">
                <a:tc>
                  <a:txBody>
                    <a:bodyPr/>
                    <a:lstStyle/>
                    <a:p>
                      <a:pPr indent="0" lvl="0" marL="0" rtl="0" algn="l">
                        <a:lnSpc>
                          <a:spcPct val="115000"/>
                        </a:lnSpc>
                        <a:spcBef>
                          <a:spcPts val="0"/>
                        </a:spcBef>
                        <a:spcAft>
                          <a:spcPts val="0"/>
                        </a:spcAft>
                        <a:buNone/>
                      </a:pPr>
                      <a:r>
                        <a:rPr lang="en" sz="1500">
                          <a:solidFill>
                            <a:schemeClr val="dk1"/>
                          </a:solidFill>
                          <a:latin typeface="Times"/>
                          <a:ea typeface="Times"/>
                          <a:cs typeface="Times"/>
                          <a:sym typeface="Times"/>
                        </a:rPr>
                        <a:t>UI Interface</a:t>
                      </a:r>
                      <a:endParaRPr sz="1500">
                        <a:solidFill>
                          <a:schemeClr val="dk1"/>
                        </a:solidFill>
                        <a:latin typeface="Times"/>
                        <a:ea typeface="Times"/>
                        <a:cs typeface="Times"/>
                        <a:sym typeface="Times"/>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solidFill>
                            <a:schemeClr val="dk1"/>
                          </a:solidFill>
                          <a:latin typeface="Times"/>
                          <a:ea typeface="Times"/>
                          <a:cs typeface="Times"/>
                          <a:sym typeface="Times"/>
                        </a:rPr>
                        <a:t>            </a:t>
                      </a:r>
                      <a:r>
                        <a:rPr lang="en" sz="1500">
                          <a:solidFill>
                            <a:schemeClr val="dk1"/>
                          </a:solidFill>
                          <a:latin typeface="Times"/>
                          <a:ea typeface="Times"/>
                          <a:cs typeface="Times"/>
                          <a:sym typeface="Times"/>
                        </a:rPr>
                        <a:t>Streamlit</a:t>
                      </a:r>
                      <a:endParaRPr sz="1500">
                        <a:solidFill>
                          <a:schemeClr val="dk1"/>
                        </a:solidFill>
                        <a:latin typeface="Times"/>
                        <a:ea typeface="Times"/>
                        <a:cs typeface="Times"/>
                        <a:sym typeface="Times"/>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27025">
                <a:tc>
                  <a:txBody>
                    <a:bodyPr/>
                    <a:lstStyle/>
                    <a:p>
                      <a:pPr indent="0" lvl="0" marL="0" rtl="0" algn="l">
                        <a:lnSpc>
                          <a:spcPct val="115000"/>
                        </a:lnSpc>
                        <a:spcBef>
                          <a:spcPts val="0"/>
                        </a:spcBef>
                        <a:spcAft>
                          <a:spcPts val="0"/>
                        </a:spcAft>
                        <a:buNone/>
                      </a:pPr>
                      <a:r>
                        <a:rPr lang="en" sz="1500">
                          <a:solidFill>
                            <a:schemeClr val="dk1"/>
                          </a:solidFill>
                          <a:latin typeface="Times"/>
                          <a:ea typeface="Times"/>
                          <a:cs typeface="Times"/>
                          <a:sym typeface="Times"/>
                        </a:rPr>
                        <a:t>Mapping &amp; Routing</a:t>
                      </a:r>
                      <a:endParaRPr sz="1500">
                        <a:solidFill>
                          <a:schemeClr val="dk1"/>
                        </a:solidFill>
                        <a:latin typeface="Times"/>
                        <a:ea typeface="Times"/>
                        <a:cs typeface="Times"/>
                        <a:sym typeface="Times"/>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solidFill>
                            <a:schemeClr val="dk1"/>
                          </a:solidFill>
                          <a:latin typeface="Times"/>
                          <a:ea typeface="Times"/>
                          <a:cs typeface="Times"/>
                          <a:sym typeface="Times"/>
                        </a:rPr>
                        <a:t>            </a:t>
                      </a:r>
                      <a:r>
                        <a:rPr lang="en" sz="1500">
                          <a:solidFill>
                            <a:schemeClr val="dk1"/>
                          </a:solidFill>
                          <a:latin typeface="Times"/>
                          <a:ea typeface="Times"/>
                          <a:cs typeface="Times"/>
                          <a:sym typeface="Times"/>
                        </a:rPr>
                        <a:t>Google Maps API / </a:t>
                      </a:r>
                      <a:endParaRPr sz="1500">
                        <a:solidFill>
                          <a:schemeClr val="dk1"/>
                        </a:solidFill>
                        <a:latin typeface="Times"/>
                        <a:ea typeface="Times"/>
                        <a:cs typeface="Times"/>
                        <a:sym typeface="Times"/>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27025">
                <a:tc>
                  <a:txBody>
                    <a:bodyPr/>
                    <a:lstStyle/>
                    <a:p>
                      <a:pPr indent="0" lvl="0" marL="0" rtl="0" algn="l">
                        <a:lnSpc>
                          <a:spcPct val="115000"/>
                        </a:lnSpc>
                        <a:spcBef>
                          <a:spcPts val="0"/>
                        </a:spcBef>
                        <a:spcAft>
                          <a:spcPts val="0"/>
                        </a:spcAft>
                        <a:buNone/>
                      </a:pPr>
                      <a:r>
                        <a:rPr lang="en" sz="1500">
                          <a:solidFill>
                            <a:schemeClr val="dk1"/>
                          </a:solidFill>
                          <a:latin typeface="Times"/>
                          <a:ea typeface="Times"/>
                          <a:cs typeface="Times"/>
                          <a:sym typeface="Times"/>
                        </a:rPr>
                        <a:t>Weather Forecast</a:t>
                      </a:r>
                      <a:endParaRPr sz="1500">
                        <a:solidFill>
                          <a:schemeClr val="dk1"/>
                        </a:solidFill>
                        <a:latin typeface="Times"/>
                        <a:ea typeface="Times"/>
                        <a:cs typeface="Times"/>
                        <a:sym typeface="Times"/>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solidFill>
                            <a:schemeClr val="dk1"/>
                          </a:solidFill>
                          <a:latin typeface="Times"/>
                          <a:ea typeface="Times"/>
                          <a:cs typeface="Times"/>
                          <a:sym typeface="Times"/>
                        </a:rPr>
                        <a:t>            </a:t>
                      </a:r>
                      <a:r>
                        <a:rPr lang="en" sz="1500">
                          <a:solidFill>
                            <a:schemeClr val="dk1"/>
                          </a:solidFill>
                          <a:latin typeface="Times"/>
                          <a:ea typeface="Times"/>
                          <a:cs typeface="Times"/>
                          <a:sym typeface="Times"/>
                        </a:rPr>
                        <a:t>OpenWeather API / WeatherAPI</a:t>
                      </a:r>
                      <a:endParaRPr sz="1500">
                        <a:solidFill>
                          <a:schemeClr val="dk1"/>
                        </a:solidFill>
                        <a:latin typeface="Times"/>
                        <a:ea typeface="Times"/>
                        <a:cs typeface="Times"/>
                        <a:sym typeface="Times"/>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27025">
                <a:tc>
                  <a:txBody>
                    <a:bodyPr/>
                    <a:lstStyle/>
                    <a:p>
                      <a:pPr indent="0" lvl="0" marL="0" rtl="0" algn="l">
                        <a:lnSpc>
                          <a:spcPct val="115000"/>
                        </a:lnSpc>
                        <a:spcBef>
                          <a:spcPts val="0"/>
                        </a:spcBef>
                        <a:spcAft>
                          <a:spcPts val="0"/>
                        </a:spcAft>
                        <a:buNone/>
                      </a:pPr>
                      <a:r>
                        <a:rPr lang="en" sz="1500">
                          <a:solidFill>
                            <a:schemeClr val="dk1"/>
                          </a:solidFill>
                          <a:latin typeface="Times"/>
                          <a:ea typeface="Times"/>
                          <a:cs typeface="Times"/>
                          <a:sym typeface="Times"/>
                        </a:rPr>
                        <a:t>Currency Exchange</a:t>
                      </a:r>
                      <a:endParaRPr sz="1500">
                        <a:solidFill>
                          <a:schemeClr val="dk1"/>
                        </a:solidFill>
                        <a:latin typeface="Times"/>
                        <a:ea typeface="Times"/>
                        <a:cs typeface="Times"/>
                        <a:sym typeface="Times"/>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solidFill>
                            <a:schemeClr val="dk1"/>
                          </a:solidFill>
                          <a:latin typeface="Times"/>
                          <a:ea typeface="Times"/>
                          <a:cs typeface="Times"/>
                          <a:sym typeface="Times"/>
                        </a:rPr>
                        <a:t>            </a:t>
                      </a:r>
                      <a:r>
                        <a:rPr lang="en" sz="1500">
                          <a:solidFill>
                            <a:schemeClr val="dk1"/>
                          </a:solidFill>
                          <a:latin typeface="Times"/>
                          <a:ea typeface="Times"/>
                          <a:cs typeface="Times"/>
                          <a:sym typeface="Times"/>
                        </a:rPr>
                        <a:t>Open Exchange Rates / ExchangeRate-API / XE</a:t>
                      </a:r>
                      <a:endParaRPr sz="1500">
                        <a:solidFill>
                          <a:schemeClr val="dk1"/>
                        </a:solidFill>
                        <a:latin typeface="Times"/>
                        <a:ea typeface="Times"/>
                        <a:cs typeface="Times"/>
                        <a:sym typeface="Times"/>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bl>
          </a:graphicData>
        </a:graphic>
      </p:graphicFrame>
      <p:sp>
        <p:nvSpPr>
          <p:cNvPr id="440" name="Google Shape;440;g3301f146420_0_12"/>
          <p:cNvSpPr txBox="1"/>
          <p:nvPr/>
        </p:nvSpPr>
        <p:spPr>
          <a:xfrm>
            <a:off x="3277475" y="51200"/>
            <a:ext cx="3000000" cy="1315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800"/>
              </a:spcBef>
              <a:spcAft>
                <a:spcPts val="400"/>
              </a:spcAft>
              <a:buNone/>
            </a:pPr>
            <a:r>
              <a:rPr b="1" lang="en" sz="2000">
                <a:solidFill>
                  <a:schemeClr val="dk1"/>
                </a:solidFill>
                <a:latin typeface="Times"/>
                <a:ea typeface="Times"/>
                <a:cs typeface="Times"/>
                <a:sym typeface="Times"/>
              </a:rPr>
              <a:t>Tech Stack &amp; Tools</a:t>
            </a:r>
            <a:endParaRPr b="1" sz="2000">
              <a:solidFill>
                <a:schemeClr val="dk1"/>
              </a:solidFill>
              <a:latin typeface="Times"/>
              <a:ea typeface="Times"/>
              <a:cs typeface="Times"/>
              <a:sym typeface="Time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g32d621a8f7c_0_55"/>
          <p:cNvSpPr txBox="1"/>
          <p:nvPr>
            <p:ph type="title"/>
          </p:nvPr>
        </p:nvSpPr>
        <p:spPr>
          <a:xfrm>
            <a:off x="4572050" y="2229450"/>
            <a:ext cx="4302000" cy="14607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5000"/>
              <a:buNone/>
            </a:pPr>
            <a:r>
              <a:rPr b="1" lang="en">
                <a:latin typeface="Times"/>
                <a:ea typeface="Times"/>
                <a:cs typeface="Times"/>
                <a:sym typeface="Times"/>
              </a:rPr>
              <a:t>Functions</a:t>
            </a:r>
            <a:endParaRPr b="1">
              <a:latin typeface="Times"/>
              <a:ea typeface="Times"/>
              <a:cs typeface="Times"/>
              <a:sym typeface="Times"/>
            </a:endParaRPr>
          </a:p>
          <a:p>
            <a:pPr indent="0" lvl="0" marL="0" rtl="0" algn="ctr">
              <a:lnSpc>
                <a:spcPct val="100000"/>
              </a:lnSpc>
              <a:spcBef>
                <a:spcPts val="0"/>
              </a:spcBef>
              <a:spcAft>
                <a:spcPts val="0"/>
              </a:spcAft>
              <a:buSzPts val="5000"/>
              <a:buNone/>
            </a:pPr>
            <a:r>
              <a:t/>
            </a:r>
            <a:endParaRPr>
              <a:latin typeface="Times"/>
              <a:ea typeface="Times"/>
              <a:cs typeface="Times"/>
              <a:sym typeface="Times"/>
            </a:endParaRPr>
          </a:p>
        </p:txBody>
      </p:sp>
      <p:sp>
        <p:nvSpPr>
          <p:cNvPr id="446" name="Google Shape;446;g32d621a8f7c_0_55"/>
          <p:cNvSpPr txBox="1"/>
          <p:nvPr>
            <p:ph idx="2" type="title"/>
          </p:nvPr>
        </p:nvSpPr>
        <p:spPr>
          <a:xfrm>
            <a:off x="6956376" y="1453350"/>
            <a:ext cx="1472400" cy="7761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6000"/>
              <a:buNone/>
            </a:pPr>
            <a:r>
              <a:rPr lang="en">
                <a:latin typeface="Times"/>
                <a:ea typeface="Times"/>
                <a:cs typeface="Times"/>
                <a:sym typeface="Times"/>
              </a:rPr>
              <a:t>04</a:t>
            </a:r>
            <a:endParaRPr>
              <a:latin typeface="Times"/>
              <a:ea typeface="Times"/>
              <a:cs typeface="Times"/>
              <a:sym typeface="Times"/>
            </a:endParaRPr>
          </a:p>
        </p:txBody>
      </p:sp>
      <p:grpSp>
        <p:nvGrpSpPr>
          <p:cNvPr id="447" name="Google Shape;447;g32d621a8f7c_0_55"/>
          <p:cNvGrpSpPr/>
          <p:nvPr/>
        </p:nvGrpSpPr>
        <p:grpSpPr>
          <a:xfrm>
            <a:off x="998924" y="341050"/>
            <a:ext cx="3277478" cy="4461401"/>
            <a:chOff x="998924" y="341050"/>
            <a:chExt cx="3277478" cy="4461401"/>
          </a:xfrm>
        </p:grpSpPr>
        <p:pic>
          <p:nvPicPr>
            <p:cNvPr id="448" name="Google Shape;448;g32d621a8f7c_0_55"/>
            <p:cNvPicPr preferRelativeResize="0"/>
            <p:nvPr/>
          </p:nvPicPr>
          <p:blipFill rotWithShape="1">
            <a:blip r:embed="rId3">
              <a:alphaModFix/>
            </a:blip>
            <a:srcRect b="0" l="0" r="0" t="0"/>
            <a:stretch/>
          </p:blipFill>
          <p:spPr>
            <a:xfrm>
              <a:off x="3078325" y="341050"/>
              <a:ext cx="1132700" cy="1132700"/>
            </a:xfrm>
            <a:prstGeom prst="rect">
              <a:avLst/>
            </a:prstGeom>
            <a:noFill/>
            <a:ln>
              <a:noFill/>
            </a:ln>
          </p:spPr>
        </p:pic>
        <p:pic>
          <p:nvPicPr>
            <p:cNvPr id="449" name="Google Shape;449;g32d621a8f7c_0_55"/>
            <p:cNvPicPr preferRelativeResize="0"/>
            <p:nvPr/>
          </p:nvPicPr>
          <p:blipFill rotWithShape="1">
            <a:blip r:embed="rId4">
              <a:alphaModFix/>
            </a:blip>
            <a:srcRect b="0" l="0" r="0" t="0"/>
            <a:stretch/>
          </p:blipFill>
          <p:spPr>
            <a:xfrm>
              <a:off x="998924" y="1030975"/>
              <a:ext cx="3212100" cy="3212100"/>
            </a:xfrm>
            <a:prstGeom prst="rect">
              <a:avLst/>
            </a:prstGeom>
            <a:noFill/>
            <a:ln>
              <a:noFill/>
            </a:ln>
          </p:spPr>
        </p:pic>
        <p:grpSp>
          <p:nvGrpSpPr>
            <p:cNvPr id="450" name="Google Shape;450;g32d621a8f7c_0_55"/>
            <p:cNvGrpSpPr/>
            <p:nvPr/>
          </p:nvGrpSpPr>
          <p:grpSpPr>
            <a:xfrm>
              <a:off x="2606877" y="3132926"/>
              <a:ext cx="1669525" cy="1669525"/>
              <a:chOff x="2704540" y="2630250"/>
              <a:chExt cx="873000" cy="873000"/>
            </a:xfrm>
          </p:grpSpPr>
          <p:pic>
            <p:nvPicPr>
              <p:cNvPr id="451" name="Google Shape;451;g32d621a8f7c_0_55"/>
              <p:cNvPicPr preferRelativeResize="0"/>
              <p:nvPr/>
            </p:nvPicPr>
            <p:blipFill rotWithShape="1">
              <a:blip r:embed="rId4">
                <a:alphaModFix/>
              </a:blip>
              <a:srcRect b="3375" l="3366" r="3375" t="3366"/>
              <a:stretch/>
            </p:blipFill>
            <p:spPr>
              <a:xfrm>
                <a:off x="2704540" y="2630250"/>
                <a:ext cx="873000" cy="873000"/>
              </a:xfrm>
              <a:prstGeom prst="ellipse">
                <a:avLst/>
              </a:prstGeom>
              <a:noFill/>
              <a:ln>
                <a:noFill/>
              </a:ln>
            </p:spPr>
          </p:pic>
          <p:sp>
            <p:nvSpPr>
              <p:cNvPr id="452" name="Google Shape;452;g32d621a8f7c_0_55"/>
              <p:cNvSpPr/>
              <p:nvPr/>
            </p:nvSpPr>
            <p:spPr>
              <a:xfrm>
                <a:off x="2720287" y="2646050"/>
                <a:ext cx="841500" cy="8415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g32d621a8f7c_0_66"/>
          <p:cNvSpPr txBox="1"/>
          <p:nvPr>
            <p:ph type="title"/>
          </p:nvPr>
        </p:nvSpPr>
        <p:spPr>
          <a:xfrm>
            <a:off x="608550" y="225000"/>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b="1" lang="en">
                <a:latin typeface="Times"/>
                <a:ea typeface="Times"/>
                <a:cs typeface="Times"/>
                <a:sym typeface="Times"/>
              </a:rPr>
              <a:t>Functions</a:t>
            </a:r>
            <a:endParaRPr b="1">
              <a:latin typeface="Times"/>
              <a:ea typeface="Times"/>
              <a:cs typeface="Times"/>
              <a:sym typeface="Times"/>
            </a:endParaRPr>
          </a:p>
          <a:p>
            <a:pPr indent="0" lvl="0" marL="0" rtl="0" algn="l">
              <a:lnSpc>
                <a:spcPct val="100000"/>
              </a:lnSpc>
              <a:spcBef>
                <a:spcPts val="0"/>
              </a:spcBef>
              <a:spcAft>
                <a:spcPts val="0"/>
              </a:spcAft>
              <a:buSzPts val="3000"/>
              <a:buNone/>
            </a:pPr>
            <a:r>
              <a:t/>
            </a:r>
            <a:endParaRPr>
              <a:latin typeface="Times"/>
              <a:ea typeface="Times"/>
              <a:cs typeface="Times"/>
              <a:sym typeface="Times"/>
            </a:endParaRPr>
          </a:p>
          <a:p>
            <a:pPr indent="0" lvl="0" marL="0" rtl="0" algn="l">
              <a:lnSpc>
                <a:spcPct val="100000"/>
              </a:lnSpc>
              <a:spcBef>
                <a:spcPts val="0"/>
              </a:spcBef>
              <a:spcAft>
                <a:spcPts val="0"/>
              </a:spcAft>
              <a:buSzPts val="3000"/>
              <a:buNone/>
            </a:pPr>
            <a:r>
              <a:t/>
            </a:r>
            <a:endParaRPr>
              <a:latin typeface="Times"/>
              <a:ea typeface="Times"/>
              <a:cs typeface="Times"/>
              <a:sym typeface="Times"/>
            </a:endParaRPr>
          </a:p>
        </p:txBody>
      </p:sp>
      <p:sp>
        <p:nvSpPr>
          <p:cNvPr id="458" name="Google Shape;458;g32d621a8f7c_0_66"/>
          <p:cNvSpPr/>
          <p:nvPr/>
        </p:nvSpPr>
        <p:spPr>
          <a:xfrm>
            <a:off x="2869097" y="1025395"/>
            <a:ext cx="314946" cy="314153"/>
          </a:xfrm>
          <a:custGeom>
            <a:rect b="b" l="l" r="r" t="t"/>
            <a:pathLst>
              <a:path extrusionOk="0" h="688" w="688">
                <a:moveTo>
                  <a:pt x="344" y="0"/>
                </a:moveTo>
                <a:cubicBezTo>
                  <a:pt x="274" y="0"/>
                  <a:pt x="206" y="22"/>
                  <a:pt x="147" y="64"/>
                </a:cubicBezTo>
                <a:cubicBezTo>
                  <a:pt x="124" y="50"/>
                  <a:pt x="93" y="53"/>
                  <a:pt x="74" y="73"/>
                </a:cubicBezTo>
                <a:cubicBezTo>
                  <a:pt x="50" y="97"/>
                  <a:pt x="50" y="135"/>
                  <a:pt x="74" y="159"/>
                </a:cubicBezTo>
                <a:cubicBezTo>
                  <a:pt x="97" y="182"/>
                  <a:pt x="136" y="182"/>
                  <a:pt x="159" y="159"/>
                </a:cubicBezTo>
                <a:cubicBezTo>
                  <a:pt x="176" y="141"/>
                  <a:pt x="181" y="116"/>
                  <a:pt x="173" y="95"/>
                </a:cubicBezTo>
                <a:cubicBezTo>
                  <a:pt x="224" y="59"/>
                  <a:pt x="283" y="40"/>
                  <a:pt x="344" y="40"/>
                </a:cubicBezTo>
                <a:cubicBezTo>
                  <a:pt x="512" y="40"/>
                  <a:pt x="648" y="176"/>
                  <a:pt x="648" y="344"/>
                </a:cubicBezTo>
                <a:cubicBezTo>
                  <a:pt x="648" y="383"/>
                  <a:pt x="639" y="424"/>
                  <a:pt x="622" y="464"/>
                </a:cubicBezTo>
                <a:cubicBezTo>
                  <a:pt x="617" y="474"/>
                  <a:pt x="622" y="486"/>
                  <a:pt x="632" y="490"/>
                </a:cubicBezTo>
                <a:cubicBezTo>
                  <a:pt x="643" y="495"/>
                  <a:pt x="654" y="490"/>
                  <a:pt x="659" y="480"/>
                </a:cubicBezTo>
                <a:cubicBezTo>
                  <a:pt x="678" y="435"/>
                  <a:pt x="688" y="389"/>
                  <a:pt x="688" y="344"/>
                </a:cubicBezTo>
                <a:cubicBezTo>
                  <a:pt x="688" y="154"/>
                  <a:pt x="534" y="0"/>
                  <a:pt x="344" y="0"/>
                </a:cubicBezTo>
                <a:close/>
                <a:moveTo>
                  <a:pt x="131" y="130"/>
                </a:moveTo>
                <a:cubicBezTo>
                  <a:pt x="123" y="138"/>
                  <a:pt x="110" y="138"/>
                  <a:pt x="102" y="130"/>
                </a:cubicBezTo>
                <a:cubicBezTo>
                  <a:pt x="94" y="122"/>
                  <a:pt x="94" y="109"/>
                  <a:pt x="102" y="102"/>
                </a:cubicBezTo>
                <a:cubicBezTo>
                  <a:pt x="110" y="94"/>
                  <a:pt x="123" y="94"/>
                  <a:pt x="131" y="102"/>
                </a:cubicBezTo>
                <a:cubicBezTo>
                  <a:pt x="138" y="109"/>
                  <a:pt x="138" y="122"/>
                  <a:pt x="131" y="130"/>
                </a:cubicBezTo>
                <a:close/>
                <a:moveTo>
                  <a:pt x="530" y="529"/>
                </a:moveTo>
                <a:cubicBezTo>
                  <a:pt x="512" y="546"/>
                  <a:pt x="508" y="571"/>
                  <a:pt x="516" y="593"/>
                </a:cubicBezTo>
                <a:cubicBezTo>
                  <a:pt x="464" y="629"/>
                  <a:pt x="405" y="647"/>
                  <a:pt x="344" y="647"/>
                </a:cubicBezTo>
                <a:cubicBezTo>
                  <a:pt x="177" y="647"/>
                  <a:pt x="41" y="511"/>
                  <a:pt x="41" y="344"/>
                </a:cubicBezTo>
                <a:cubicBezTo>
                  <a:pt x="41" y="304"/>
                  <a:pt x="49" y="264"/>
                  <a:pt x="67" y="224"/>
                </a:cubicBezTo>
                <a:cubicBezTo>
                  <a:pt x="71" y="214"/>
                  <a:pt x="67" y="202"/>
                  <a:pt x="56" y="197"/>
                </a:cubicBezTo>
                <a:cubicBezTo>
                  <a:pt x="46" y="193"/>
                  <a:pt x="34" y="198"/>
                  <a:pt x="30" y="208"/>
                </a:cubicBezTo>
                <a:cubicBezTo>
                  <a:pt x="10" y="253"/>
                  <a:pt x="0" y="299"/>
                  <a:pt x="0" y="344"/>
                </a:cubicBezTo>
                <a:cubicBezTo>
                  <a:pt x="0" y="533"/>
                  <a:pt x="155" y="688"/>
                  <a:pt x="344" y="688"/>
                </a:cubicBezTo>
                <a:cubicBezTo>
                  <a:pt x="415" y="688"/>
                  <a:pt x="483" y="666"/>
                  <a:pt x="542" y="624"/>
                </a:cubicBezTo>
                <a:cubicBezTo>
                  <a:pt x="565" y="637"/>
                  <a:pt x="595" y="634"/>
                  <a:pt x="615" y="614"/>
                </a:cubicBezTo>
                <a:cubicBezTo>
                  <a:pt x="639" y="591"/>
                  <a:pt x="639" y="553"/>
                  <a:pt x="615" y="529"/>
                </a:cubicBezTo>
                <a:cubicBezTo>
                  <a:pt x="591" y="505"/>
                  <a:pt x="553" y="505"/>
                  <a:pt x="530" y="529"/>
                </a:cubicBezTo>
                <a:close/>
                <a:moveTo>
                  <a:pt x="587" y="586"/>
                </a:moveTo>
                <a:cubicBezTo>
                  <a:pt x="579" y="594"/>
                  <a:pt x="566" y="594"/>
                  <a:pt x="558" y="586"/>
                </a:cubicBezTo>
                <a:cubicBezTo>
                  <a:pt x="550" y="578"/>
                  <a:pt x="550" y="565"/>
                  <a:pt x="558" y="557"/>
                </a:cubicBezTo>
                <a:cubicBezTo>
                  <a:pt x="566" y="550"/>
                  <a:pt x="579" y="550"/>
                  <a:pt x="587" y="557"/>
                </a:cubicBezTo>
                <a:cubicBezTo>
                  <a:pt x="594" y="565"/>
                  <a:pt x="594" y="578"/>
                  <a:pt x="587" y="586"/>
                </a:cubicBezTo>
                <a:close/>
                <a:moveTo>
                  <a:pt x="344" y="565"/>
                </a:moveTo>
                <a:cubicBezTo>
                  <a:pt x="467" y="565"/>
                  <a:pt x="566" y="466"/>
                  <a:pt x="566" y="344"/>
                </a:cubicBezTo>
                <a:cubicBezTo>
                  <a:pt x="566" y="222"/>
                  <a:pt x="467" y="122"/>
                  <a:pt x="344" y="122"/>
                </a:cubicBezTo>
                <a:cubicBezTo>
                  <a:pt x="222" y="122"/>
                  <a:pt x="123" y="222"/>
                  <a:pt x="123" y="344"/>
                </a:cubicBezTo>
                <a:cubicBezTo>
                  <a:pt x="123" y="466"/>
                  <a:pt x="222" y="565"/>
                  <a:pt x="344" y="565"/>
                </a:cubicBezTo>
                <a:close/>
                <a:moveTo>
                  <a:pt x="525" y="324"/>
                </a:moveTo>
                <a:cubicBezTo>
                  <a:pt x="445" y="324"/>
                  <a:pt x="445" y="324"/>
                  <a:pt x="445" y="324"/>
                </a:cubicBezTo>
                <a:cubicBezTo>
                  <a:pt x="443" y="275"/>
                  <a:pt x="434" y="229"/>
                  <a:pt x="420" y="194"/>
                </a:cubicBezTo>
                <a:cubicBezTo>
                  <a:pt x="417" y="187"/>
                  <a:pt x="415" y="181"/>
                  <a:pt x="412" y="175"/>
                </a:cubicBezTo>
                <a:cubicBezTo>
                  <a:pt x="472" y="200"/>
                  <a:pt x="517" y="256"/>
                  <a:pt x="525" y="324"/>
                </a:cubicBezTo>
                <a:close/>
                <a:moveTo>
                  <a:pt x="420" y="494"/>
                </a:moveTo>
                <a:cubicBezTo>
                  <a:pt x="434" y="458"/>
                  <a:pt x="443" y="413"/>
                  <a:pt x="445" y="364"/>
                </a:cubicBezTo>
                <a:cubicBezTo>
                  <a:pt x="525" y="364"/>
                  <a:pt x="525" y="364"/>
                  <a:pt x="525" y="364"/>
                </a:cubicBezTo>
                <a:cubicBezTo>
                  <a:pt x="517" y="431"/>
                  <a:pt x="472" y="488"/>
                  <a:pt x="412" y="512"/>
                </a:cubicBezTo>
                <a:cubicBezTo>
                  <a:pt x="415" y="506"/>
                  <a:pt x="417" y="500"/>
                  <a:pt x="420" y="494"/>
                </a:cubicBezTo>
                <a:close/>
                <a:moveTo>
                  <a:pt x="306" y="209"/>
                </a:moveTo>
                <a:cubicBezTo>
                  <a:pt x="317" y="181"/>
                  <a:pt x="332" y="162"/>
                  <a:pt x="344" y="162"/>
                </a:cubicBezTo>
                <a:cubicBezTo>
                  <a:pt x="356" y="162"/>
                  <a:pt x="371" y="181"/>
                  <a:pt x="383" y="209"/>
                </a:cubicBezTo>
                <a:cubicBezTo>
                  <a:pt x="395" y="240"/>
                  <a:pt x="403" y="280"/>
                  <a:pt x="404" y="324"/>
                </a:cubicBezTo>
                <a:cubicBezTo>
                  <a:pt x="284" y="324"/>
                  <a:pt x="284" y="324"/>
                  <a:pt x="284" y="324"/>
                </a:cubicBezTo>
                <a:cubicBezTo>
                  <a:pt x="286" y="280"/>
                  <a:pt x="294" y="240"/>
                  <a:pt x="306" y="209"/>
                </a:cubicBezTo>
                <a:close/>
                <a:moveTo>
                  <a:pt x="404" y="364"/>
                </a:moveTo>
                <a:cubicBezTo>
                  <a:pt x="403" y="408"/>
                  <a:pt x="395" y="448"/>
                  <a:pt x="383" y="479"/>
                </a:cubicBezTo>
                <a:cubicBezTo>
                  <a:pt x="371" y="507"/>
                  <a:pt x="356" y="525"/>
                  <a:pt x="344" y="525"/>
                </a:cubicBezTo>
                <a:cubicBezTo>
                  <a:pt x="332" y="525"/>
                  <a:pt x="317" y="507"/>
                  <a:pt x="306" y="479"/>
                </a:cubicBezTo>
                <a:cubicBezTo>
                  <a:pt x="294" y="448"/>
                  <a:pt x="286" y="408"/>
                  <a:pt x="284" y="364"/>
                </a:cubicBezTo>
                <a:lnTo>
                  <a:pt x="404" y="364"/>
                </a:lnTo>
                <a:close/>
                <a:moveTo>
                  <a:pt x="277" y="175"/>
                </a:moveTo>
                <a:cubicBezTo>
                  <a:pt x="274" y="181"/>
                  <a:pt x="271" y="187"/>
                  <a:pt x="269" y="194"/>
                </a:cubicBezTo>
                <a:cubicBezTo>
                  <a:pt x="254" y="229"/>
                  <a:pt x="246" y="275"/>
                  <a:pt x="244" y="324"/>
                </a:cubicBezTo>
                <a:cubicBezTo>
                  <a:pt x="164" y="324"/>
                  <a:pt x="164" y="324"/>
                  <a:pt x="164" y="324"/>
                </a:cubicBezTo>
                <a:cubicBezTo>
                  <a:pt x="172" y="256"/>
                  <a:pt x="216" y="200"/>
                  <a:pt x="277" y="175"/>
                </a:cubicBezTo>
                <a:close/>
                <a:moveTo>
                  <a:pt x="244" y="364"/>
                </a:moveTo>
                <a:cubicBezTo>
                  <a:pt x="246" y="413"/>
                  <a:pt x="254" y="458"/>
                  <a:pt x="269" y="494"/>
                </a:cubicBezTo>
                <a:cubicBezTo>
                  <a:pt x="271" y="500"/>
                  <a:pt x="274" y="506"/>
                  <a:pt x="277" y="512"/>
                </a:cubicBezTo>
                <a:cubicBezTo>
                  <a:pt x="216" y="488"/>
                  <a:pt x="172" y="431"/>
                  <a:pt x="164" y="364"/>
                </a:cubicBezTo>
                <a:lnTo>
                  <a:pt x="244" y="364"/>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i="0" sz="1800" u="none" cap="none" strike="noStrike">
              <a:solidFill>
                <a:srgbClr val="000000"/>
              </a:solidFill>
              <a:latin typeface="Times"/>
              <a:ea typeface="Times"/>
              <a:cs typeface="Times"/>
              <a:sym typeface="Times"/>
            </a:endParaRPr>
          </a:p>
        </p:txBody>
      </p:sp>
      <p:sp>
        <p:nvSpPr>
          <p:cNvPr id="459" name="Google Shape;459;g32d621a8f7c_0_66"/>
          <p:cNvSpPr/>
          <p:nvPr/>
        </p:nvSpPr>
        <p:spPr>
          <a:xfrm>
            <a:off x="2831726" y="1772963"/>
            <a:ext cx="314947" cy="276771"/>
          </a:xfrm>
          <a:custGeom>
            <a:rect b="b" l="l" r="r" t="t"/>
            <a:pathLst>
              <a:path extrusionOk="0" h="604" w="689">
                <a:moveTo>
                  <a:pt x="185" y="443"/>
                </a:moveTo>
                <a:cubicBezTo>
                  <a:pt x="104" y="443"/>
                  <a:pt x="104" y="443"/>
                  <a:pt x="104" y="443"/>
                </a:cubicBezTo>
                <a:cubicBezTo>
                  <a:pt x="93" y="443"/>
                  <a:pt x="84" y="452"/>
                  <a:pt x="84" y="463"/>
                </a:cubicBezTo>
                <a:cubicBezTo>
                  <a:pt x="84" y="584"/>
                  <a:pt x="84" y="584"/>
                  <a:pt x="84" y="584"/>
                </a:cubicBezTo>
                <a:cubicBezTo>
                  <a:pt x="84" y="595"/>
                  <a:pt x="93" y="604"/>
                  <a:pt x="104" y="604"/>
                </a:cubicBezTo>
                <a:cubicBezTo>
                  <a:pt x="185" y="604"/>
                  <a:pt x="185" y="604"/>
                  <a:pt x="185" y="604"/>
                </a:cubicBezTo>
                <a:cubicBezTo>
                  <a:pt x="196" y="604"/>
                  <a:pt x="205" y="595"/>
                  <a:pt x="205" y="584"/>
                </a:cubicBezTo>
                <a:cubicBezTo>
                  <a:pt x="205" y="463"/>
                  <a:pt x="205" y="463"/>
                  <a:pt x="205" y="463"/>
                </a:cubicBezTo>
                <a:cubicBezTo>
                  <a:pt x="205" y="452"/>
                  <a:pt x="196" y="443"/>
                  <a:pt x="185" y="443"/>
                </a:cubicBezTo>
                <a:close/>
                <a:moveTo>
                  <a:pt x="165" y="564"/>
                </a:moveTo>
                <a:cubicBezTo>
                  <a:pt x="125" y="564"/>
                  <a:pt x="125" y="564"/>
                  <a:pt x="125" y="564"/>
                </a:cubicBezTo>
                <a:cubicBezTo>
                  <a:pt x="125" y="483"/>
                  <a:pt x="125" y="483"/>
                  <a:pt x="125" y="483"/>
                </a:cubicBezTo>
                <a:cubicBezTo>
                  <a:pt x="165" y="483"/>
                  <a:pt x="165" y="483"/>
                  <a:pt x="165" y="483"/>
                </a:cubicBezTo>
                <a:lnTo>
                  <a:pt x="165" y="564"/>
                </a:lnTo>
                <a:close/>
                <a:moveTo>
                  <a:pt x="162" y="144"/>
                </a:moveTo>
                <a:cubicBezTo>
                  <a:pt x="164" y="109"/>
                  <a:pt x="136" y="80"/>
                  <a:pt x="102" y="80"/>
                </a:cubicBezTo>
                <a:cubicBezTo>
                  <a:pt x="41" y="80"/>
                  <a:pt x="41" y="80"/>
                  <a:pt x="41" y="80"/>
                </a:cubicBezTo>
                <a:cubicBezTo>
                  <a:pt x="41" y="40"/>
                  <a:pt x="41" y="40"/>
                  <a:pt x="41" y="40"/>
                </a:cubicBezTo>
                <a:cubicBezTo>
                  <a:pt x="142" y="40"/>
                  <a:pt x="142" y="40"/>
                  <a:pt x="142" y="40"/>
                </a:cubicBezTo>
                <a:cubicBezTo>
                  <a:pt x="152" y="40"/>
                  <a:pt x="161" y="33"/>
                  <a:pt x="162" y="22"/>
                </a:cubicBezTo>
                <a:cubicBezTo>
                  <a:pt x="163" y="10"/>
                  <a:pt x="154" y="0"/>
                  <a:pt x="142" y="0"/>
                </a:cubicBezTo>
                <a:cubicBezTo>
                  <a:pt x="21" y="0"/>
                  <a:pt x="21" y="0"/>
                  <a:pt x="21" y="0"/>
                </a:cubicBezTo>
                <a:cubicBezTo>
                  <a:pt x="10" y="0"/>
                  <a:pt x="1" y="9"/>
                  <a:pt x="1" y="20"/>
                </a:cubicBezTo>
                <a:cubicBezTo>
                  <a:pt x="1" y="101"/>
                  <a:pt x="1" y="101"/>
                  <a:pt x="1" y="101"/>
                </a:cubicBezTo>
                <a:cubicBezTo>
                  <a:pt x="1" y="112"/>
                  <a:pt x="10" y="121"/>
                  <a:pt x="21" y="121"/>
                </a:cubicBezTo>
                <a:cubicBezTo>
                  <a:pt x="101" y="121"/>
                  <a:pt x="101" y="121"/>
                  <a:pt x="101" y="121"/>
                </a:cubicBezTo>
                <a:cubicBezTo>
                  <a:pt x="112" y="121"/>
                  <a:pt x="121" y="128"/>
                  <a:pt x="122" y="139"/>
                </a:cubicBezTo>
                <a:cubicBezTo>
                  <a:pt x="123" y="151"/>
                  <a:pt x="114" y="161"/>
                  <a:pt x="102" y="161"/>
                </a:cubicBezTo>
                <a:cubicBezTo>
                  <a:pt x="22" y="161"/>
                  <a:pt x="22" y="161"/>
                  <a:pt x="22" y="161"/>
                </a:cubicBezTo>
                <a:cubicBezTo>
                  <a:pt x="11" y="161"/>
                  <a:pt x="2" y="169"/>
                  <a:pt x="1" y="179"/>
                </a:cubicBezTo>
                <a:cubicBezTo>
                  <a:pt x="0" y="191"/>
                  <a:pt x="9" y="201"/>
                  <a:pt x="21" y="201"/>
                </a:cubicBezTo>
                <a:cubicBezTo>
                  <a:pt x="101" y="201"/>
                  <a:pt x="101" y="201"/>
                  <a:pt x="101" y="201"/>
                </a:cubicBezTo>
                <a:cubicBezTo>
                  <a:pt x="132" y="201"/>
                  <a:pt x="160" y="176"/>
                  <a:pt x="162" y="144"/>
                </a:cubicBezTo>
                <a:close/>
                <a:moveTo>
                  <a:pt x="344" y="201"/>
                </a:moveTo>
                <a:cubicBezTo>
                  <a:pt x="355" y="201"/>
                  <a:pt x="364" y="192"/>
                  <a:pt x="364" y="181"/>
                </a:cubicBezTo>
                <a:cubicBezTo>
                  <a:pt x="364" y="101"/>
                  <a:pt x="364" y="101"/>
                  <a:pt x="364" y="101"/>
                </a:cubicBezTo>
                <a:cubicBezTo>
                  <a:pt x="364" y="89"/>
                  <a:pt x="355" y="80"/>
                  <a:pt x="344" y="80"/>
                </a:cubicBezTo>
                <a:cubicBezTo>
                  <a:pt x="304" y="80"/>
                  <a:pt x="304" y="80"/>
                  <a:pt x="304" y="80"/>
                </a:cubicBezTo>
                <a:cubicBezTo>
                  <a:pt x="293" y="80"/>
                  <a:pt x="284" y="88"/>
                  <a:pt x="283" y="98"/>
                </a:cubicBezTo>
                <a:cubicBezTo>
                  <a:pt x="282" y="110"/>
                  <a:pt x="291" y="121"/>
                  <a:pt x="303" y="121"/>
                </a:cubicBezTo>
                <a:cubicBezTo>
                  <a:pt x="323" y="121"/>
                  <a:pt x="323" y="121"/>
                  <a:pt x="323" y="121"/>
                </a:cubicBezTo>
                <a:cubicBezTo>
                  <a:pt x="323" y="161"/>
                  <a:pt x="323" y="161"/>
                  <a:pt x="323" y="161"/>
                </a:cubicBezTo>
                <a:cubicBezTo>
                  <a:pt x="263" y="161"/>
                  <a:pt x="263" y="161"/>
                  <a:pt x="263" y="161"/>
                </a:cubicBezTo>
                <a:cubicBezTo>
                  <a:pt x="252" y="161"/>
                  <a:pt x="243" y="152"/>
                  <a:pt x="243" y="141"/>
                </a:cubicBezTo>
                <a:cubicBezTo>
                  <a:pt x="243" y="60"/>
                  <a:pt x="243" y="60"/>
                  <a:pt x="243" y="60"/>
                </a:cubicBezTo>
                <a:cubicBezTo>
                  <a:pt x="243" y="49"/>
                  <a:pt x="252" y="40"/>
                  <a:pt x="263" y="40"/>
                </a:cubicBezTo>
                <a:cubicBezTo>
                  <a:pt x="343" y="40"/>
                  <a:pt x="343" y="40"/>
                  <a:pt x="343" y="40"/>
                </a:cubicBezTo>
                <a:cubicBezTo>
                  <a:pt x="353" y="40"/>
                  <a:pt x="363" y="33"/>
                  <a:pt x="364" y="22"/>
                </a:cubicBezTo>
                <a:cubicBezTo>
                  <a:pt x="365" y="10"/>
                  <a:pt x="355" y="0"/>
                  <a:pt x="344" y="0"/>
                </a:cubicBezTo>
                <a:cubicBezTo>
                  <a:pt x="263" y="0"/>
                  <a:pt x="263" y="0"/>
                  <a:pt x="263" y="0"/>
                </a:cubicBezTo>
                <a:cubicBezTo>
                  <a:pt x="230" y="0"/>
                  <a:pt x="203" y="27"/>
                  <a:pt x="203" y="60"/>
                </a:cubicBezTo>
                <a:cubicBezTo>
                  <a:pt x="203" y="141"/>
                  <a:pt x="203" y="141"/>
                  <a:pt x="203" y="141"/>
                </a:cubicBezTo>
                <a:cubicBezTo>
                  <a:pt x="203" y="174"/>
                  <a:pt x="230" y="201"/>
                  <a:pt x="263" y="201"/>
                </a:cubicBezTo>
                <a:lnTo>
                  <a:pt x="344" y="201"/>
                </a:lnTo>
                <a:close/>
                <a:moveTo>
                  <a:pt x="669" y="40"/>
                </a:moveTo>
                <a:cubicBezTo>
                  <a:pt x="588" y="40"/>
                  <a:pt x="588" y="40"/>
                  <a:pt x="588" y="40"/>
                </a:cubicBezTo>
                <a:cubicBezTo>
                  <a:pt x="577" y="40"/>
                  <a:pt x="568" y="49"/>
                  <a:pt x="568" y="60"/>
                </a:cubicBezTo>
                <a:cubicBezTo>
                  <a:pt x="568" y="584"/>
                  <a:pt x="568" y="584"/>
                  <a:pt x="568" y="584"/>
                </a:cubicBezTo>
                <a:cubicBezTo>
                  <a:pt x="568" y="595"/>
                  <a:pt x="577" y="604"/>
                  <a:pt x="588" y="604"/>
                </a:cubicBezTo>
                <a:cubicBezTo>
                  <a:pt x="669" y="604"/>
                  <a:pt x="669" y="604"/>
                  <a:pt x="669" y="604"/>
                </a:cubicBezTo>
                <a:cubicBezTo>
                  <a:pt x="680" y="604"/>
                  <a:pt x="689" y="595"/>
                  <a:pt x="689" y="584"/>
                </a:cubicBezTo>
                <a:cubicBezTo>
                  <a:pt x="689" y="60"/>
                  <a:pt x="689" y="60"/>
                  <a:pt x="689" y="60"/>
                </a:cubicBezTo>
                <a:cubicBezTo>
                  <a:pt x="689" y="49"/>
                  <a:pt x="680" y="40"/>
                  <a:pt x="669" y="40"/>
                </a:cubicBezTo>
                <a:close/>
                <a:moveTo>
                  <a:pt x="649" y="564"/>
                </a:moveTo>
                <a:cubicBezTo>
                  <a:pt x="608" y="564"/>
                  <a:pt x="608" y="564"/>
                  <a:pt x="608" y="564"/>
                </a:cubicBezTo>
                <a:cubicBezTo>
                  <a:pt x="608" y="80"/>
                  <a:pt x="608" y="80"/>
                  <a:pt x="608" y="80"/>
                </a:cubicBezTo>
                <a:cubicBezTo>
                  <a:pt x="649" y="80"/>
                  <a:pt x="649" y="80"/>
                  <a:pt x="649" y="80"/>
                </a:cubicBezTo>
                <a:lnTo>
                  <a:pt x="649" y="564"/>
                </a:lnTo>
                <a:close/>
                <a:moveTo>
                  <a:pt x="346" y="322"/>
                </a:moveTo>
                <a:cubicBezTo>
                  <a:pt x="266" y="322"/>
                  <a:pt x="266" y="322"/>
                  <a:pt x="266" y="322"/>
                </a:cubicBezTo>
                <a:cubicBezTo>
                  <a:pt x="255" y="322"/>
                  <a:pt x="246" y="331"/>
                  <a:pt x="246" y="342"/>
                </a:cubicBezTo>
                <a:cubicBezTo>
                  <a:pt x="246" y="584"/>
                  <a:pt x="246" y="584"/>
                  <a:pt x="246" y="584"/>
                </a:cubicBezTo>
                <a:cubicBezTo>
                  <a:pt x="246" y="595"/>
                  <a:pt x="255" y="604"/>
                  <a:pt x="266" y="604"/>
                </a:cubicBezTo>
                <a:cubicBezTo>
                  <a:pt x="346" y="604"/>
                  <a:pt x="346" y="604"/>
                  <a:pt x="346" y="604"/>
                </a:cubicBezTo>
                <a:cubicBezTo>
                  <a:pt x="357" y="604"/>
                  <a:pt x="366" y="595"/>
                  <a:pt x="366" y="584"/>
                </a:cubicBezTo>
                <a:cubicBezTo>
                  <a:pt x="366" y="342"/>
                  <a:pt x="366" y="342"/>
                  <a:pt x="366" y="342"/>
                </a:cubicBezTo>
                <a:cubicBezTo>
                  <a:pt x="366" y="331"/>
                  <a:pt x="357" y="322"/>
                  <a:pt x="346" y="322"/>
                </a:cubicBezTo>
                <a:close/>
                <a:moveTo>
                  <a:pt x="326" y="564"/>
                </a:moveTo>
                <a:cubicBezTo>
                  <a:pt x="286" y="564"/>
                  <a:pt x="286" y="564"/>
                  <a:pt x="286" y="564"/>
                </a:cubicBezTo>
                <a:cubicBezTo>
                  <a:pt x="286" y="363"/>
                  <a:pt x="286" y="363"/>
                  <a:pt x="286" y="363"/>
                </a:cubicBezTo>
                <a:cubicBezTo>
                  <a:pt x="326" y="363"/>
                  <a:pt x="326" y="363"/>
                  <a:pt x="326" y="363"/>
                </a:cubicBezTo>
                <a:lnTo>
                  <a:pt x="326" y="564"/>
                </a:lnTo>
                <a:close/>
                <a:moveTo>
                  <a:pt x="508" y="161"/>
                </a:moveTo>
                <a:cubicBezTo>
                  <a:pt x="427" y="161"/>
                  <a:pt x="427" y="161"/>
                  <a:pt x="427" y="161"/>
                </a:cubicBezTo>
                <a:cubicBezTo>
                  <a:pt x="416" y="161"/>
                  <a:pt x="407" y="170"/>
                  <a:pt x="407" y="181"/>
                </a:cubicBezTo>
                <a:cubicBezTo>
                  <a:pt x="407" y="584"/>
                  <a:pt x="407" y="584"/>
                  <a:pt x="407" y="584"/>
                </a:cubicBezTo>
                <a:cubicBezTo>
                  <a:pt x="407" y="595"/>
                  <a:pt x="416" y="604"/>
                  <a:pt x="427" y="604"/>
                </a:cubicBezTo>
                <a:cubicBezTo>
                  <a:pt x="508" y="604"/>
                  <a:pt x="508" y="604"/>
                  <a:pt x="508" y="604"/>
                </a:cubicBezTo>
                <a:cubicBezTo>
                  <a:pt x="519" y="604"/>
                  <a:pt x="528" y="595"/>
                  <a:pt x="528" y="584"/>
                </a:cubicBezTo>
                <a:cubicBezTo>
                  <a:pt x="528" y="181"/>
                  <a:pt x="528" y="181"/>
                  <a:pt x="528" y="181"/>
                </a:cubicBezTo>
                <a:cubicBezTo>
                  <a:pt x="528" y="170"/>
                  <a:pt x="519" y="161"/>
                  <a:pt x="508" y="161"/>
                </a:cubicBezTo>
                <a:close/>
                <a:moveTo>
                  <a:pt x="487" y="564"/>
                </a:moveTo>
                <a:cubicBezTo>
                  <a:pt x="447" y="564"/>
                  <a:pt x="447" y="564"/>
                  <a:pt x="447" y="564"/>
                </a:cubicBezTo>
                <a:cubicBezTo>
                  <a:pt x="447" y="201"/>
                  <a:pt x="447" y="201"/>
                  <a:pt x="447" y="201"/>
                </a:cubicBezTo>
                <a:cubicBezTo>
                  <a:pt x="487" y="201"/>
                  <a:pt x="487" y="201"/>
                  <a:pt x="487" y="201"/>
                </a:cubicBezTo>
                <a:lnTo>
                  <a:pt x="487" y="564"/>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i="0" sz="1800" u="none" cap="none" strike="noStrike">
              <a:solidFill>
                <a:srgbClr val="000000"/>
              </a:solidFill>
              <a:latin typeface="Times"/>
              <a:ea typeface="Times"/>
              <a:cs typeface="Times"/>
              <a:sym typeface="Times"/>
            </a:endParaRPr>
          </a:p>
        </p:txBody>
      </p:sp>
      <p:sp>
        <p:nvSpPr>
          <p:cNvPr id="460" name="Google Shape;460;g32d621a8f7c_0_66"/>
          <p:cNvSpPr/>
          <p:nvPr/>
        </p:nvSpPr>
        <p:spPr>
          <a:xfrm>
            <a:off x="2869500" y="2608333"/>
            <a:ext cx="239391" cy="314153"/>
          </a:xfrm>
          <a:custGeom>
            <a:rect b="b" l="l" r="r" t="t"/>
            <a:pathLst>
              <a:path extrusionOk="0" h="688" w="524">
                <a:moveTo>
                  <a:pt x="221" y="201"/>
                </a:moveTo>
                <a:cubicBezTo>
                  <a:pt x="231" y="201"/>
                  <a:pt x="241" y="194"/>
                  <a:pt x="242" y="183"/>
                </a:cubicBezTo>
                <a:cubicBezTo>
                  <a:pt x="243" y="171"/>
                  <a:pt x="234" y="161"/>
                  <a:pt x="222" y="161"/>
                </a:cubicBezTo>
                <a:cubicBezTo>
                  <a:pt x="101" y="161"/>
                  <a:pt x="101" y="161"/>
                  <a:pt x="101" y="161"/>
                </a:cubicBezTo>
                <a:cubicBezTo>
                  <a:pt x="90" y="161"/>
                  <a:pt x="81" y="170"/>
                  <a:pt x="81" y="181"/>
                </a:cubicBezTo>
                <a:cubicBezTo>
                  <a:pt x="81" y="262"/>
                  <a:pt x="81" y="262"/>
                  <a:pt x="81" y="262"/>
                </a:cubicBezTo>
                <a:cubicBezTo>
                  <a:pt x="81" y="273"/>
                  <a:pt x="90" y="282"/>
                  <a:pt x="101" y="282"/>
                </a:cubicBezTo>
                <a:cubicBezTo>
                  <a:pt x="181" y="282"/>
                  <a:pt x="181" y="282"/>
                  <a:pt x="181" y="282"/>
                </a:cubicBezTo>
                <a:cubicBezTo>
                  <a:pt x="191" y="282"/>
                  <a:pt x="200" y="289"/>
                  <a:pt x="201" y="300"/>
                </a:cubicBezTo>
                <a:cubicBezTo>
                  <a:pt x="203" y="312"/>
                  <a:pt x="193" y="322"/>
                  <a:pt x="181" y="322"/>
                </a:cubicBezTo>
                <a:cubicBezTo>
                  <a:pt x="101" y="322"/>
                  <a:pt x="101" y="322"/>
                  <a:pt x="101" y="322"/>
                </a:cubicBezTo>
                <a:cubicBezTo>
                  <a:pt x="91" y="322"/>
                  <a:pt x="82" y="330"/>
                  <a:pt x="81" y="340"/>
                </a:cubicBezTo>
                <a:cubicBezTo>
                  <a:pt x="79" y="352"/>
                  <a:pt x="89" y="363"/>
                  <a:pt x="101" y="363"/>
                </a:cubicBezTo>
                <a:cubicBezTo>
                  <a:pt x="180" y="363"/>
                  <a:pt x="180" y="363"/>
                  <a:pt x="180" y="363"/>
                </a:cubicBezTo>
                <a:cubicBezTo>
                  <a:pt x="212" y="363"/>
                  <a:pt x="240" y="337"/>
                  <a:pt x="242" y="305"/>
                </a:cubicBezTo>
                <a:cubicBezTo>
                  <a:pt x="244" y="271"/>
                  <a:pt x="216" y="242"/>
                  <a:pt x="181" y="242"/>
                </a:cubicBezTo>
                <a:cubicBezTo>
                  <a:pt x="121" y="242"/>
                  <a:pt x="121" y="242"/>
                  <a:pt x="121" y="242"/>
                </a:cubicBezTo>
                <a:cubicBezTo>
                  <a:pt x="121" y="201"/>
                  <a:pt x="121" y="201"/>
                  <a:pt x="121" y="201"/>
                </a:cubicBezTo>
                <a:lnTo>
                  <a:pt x="221" y="201"/>
                </a:lnTo>
                <a:close/>
                <a:moveTo>
                  <a:pt x="423" y="242"/>
                </a:moveTo>
                <a:cubicBezTo>
                  <a:pt x="383" y="242"/>
                  <a:pt x="383" y="242"/>
                  <a:pt x="383" y="242"/>
                </a:cubicBezTo>
                <a:cubicBezTo>
                  <a:pt x="373" y="242"/>
                  <a:pt x="364" y="249"/>
                  <a:pt x="363" y="260"/>
                </a:cubicBezTo>
                <a:cubicBezTo>
                  <a:pt x="361" y="272"/>
                  <a:pt x="371" y="282"/>
                  <a:pt x="383" y="282"/>
                </a:cubicBezTo>
                <a:cubicBezTo>
                  <a:pt x="403" y="282"/>
                  <a:pt x="403" y="282"/>
                  <a:pt x="403" y="282"/>
                </a:cubicBezTo>
                <a:cubicBezTo>
                  <a:pt x="403" y="322"/>
                  <a:pt x="403" y="322"/>
                  <a:pt x="403" y="322"/>
                </a:cubicBezTo>
                <a:cubicBezTo>
                  <a:pt x="343" y="322"/>
                  <a:pt x="343" y="322"/>
                  <a:pt x="343" y="322"/>
                </a:cubicBezTo>
                <a:cubicBezTo>
                  <a:pt x="331" y="322"/>
                  <a:pt x="322" y="313"/>
                  <a:pt x="322" y="302"/>
                </a:cubicBezTo>
                <a:cubicBezTo>
                  <a:pt x="322" y="208"/>
                  <a:pt x="322" y="208"/>
                  <a:pt x="322" y="208"/>
                </a:cubicBezTo>
                <a:cubicBezTo>
                  <a:pt x="322" y="204"/>
                  <a:pt x="325" y="201"/>
                  <a:pt x="329" y="201"/>
                </a:cubicBezTo>
                <a:cubicBezTo>
                  <a:pt x="430" y="201"/>
                  <a:pt x="430" y="201"/>
                  <a:pt x="430" y="201"/>
                </a:cubicBezTo>
                <a:cubicBezTo>
                  <a:pt x="432" y="201"/>
                  <a:pt x="434" y="201"/>
                  <a:pt x="435" y="199"/>
                </a:cubicBezTo>
                <a:cubicBezTo>
                  <a:pt x="452" y="182"/>
                  <a:pt x="440" y="161"/>
                  <a:pt x="423" y="161"/>
                </a:cubicBezTo>
                <a:cubicBezTo>
                  <a:pt x="303" y="161"/>
                  <a:pt x="303" y="161"/>
                  <a:pt x="303" y="161"/>
                </a:cubicBezTo>
                <a:cubicBezTo>
                  <a:pt x="291" y="161"/>
                  <a:pt x="282" y="170"/>
                  <a:pt x="282" y="182"/>
                </a:cubicBezTo>
                <a:cubicBezTo>
                  <a:pt x="282" y="302"/>
                  <a:pt x="282" y="302"/>
                  <a:pt x="282" y="302"/>
                </a:cubicBezTo>
                <a:cubicBezTo>
                  <a:pt x="282" y="335"/>
                  <a:pt x="309" y="363"/>
                  <a:pt x="343" y="363"/>
                </a:cubicBezTo>
                <a:cubicBezTo>
                  <a:pt x="423" y="363"/>
                  <a:pt x="423" y="363"/>
                  <a:pt x="423" y="363"/>
                </a:cubicBezTo>
                <a:cubicBezTo>
                  <a:pt x="434" y="363"/>
                  <a:pt x="443" y="354"/>
                  <a:pt x="443" y="342"/>
                </a:cubicBezTo>
                <a:cubicBezTo>
                  <a:pt x="443" y="262"/>
                  <a:pt x="443" y="262"/>
                  <a:pt x="443" y="262"/>
                </a:cubicBezTo>
                <a:cubicBezTo>
                  <a:pt x="443" y="251"/>
                  <a:pt x="434" y="242"/>
                  <a:pt x="423" y="242"/>
                </a:cubicBezTo>
                <a:close/>
                <a:moveTo>
                  <a:pt x="262" y="0"/>
                </a:moveTo>
                <a:cubicBezTo>
                  <a:pt x="117" y="0"/>
                  <a:pt x="0" y="117"/>
                  <a:pt x="0" y="262"/>
                </a:cubicBezTo>
                <a:cubicBezTo>
                  <a:pt x="0" y="347"/>
                  <a:pt x="41" y="427"/>
                  <a:pt x="111" y="476"/>
                </a:cubicBezTo>
                <a:cubicBezTo>
                  <a:pt x="117" y="480"/>
                  <a:pt x="121" y="486"/>
                  <a:pt x="121" y="493"/>
                </a:cubicBezTo>
                <a:cubicBezTo>
                  <a:pt x="121" y="627"/>
                  <a:pt x="121" y="627"/>
                  <a:pt x="121" y="627"/>
                </a:cubicBezTo>
                <a:cubicBezTo>
                  <a:pt x="121" y="661"/>
                  <a:pt x="148" y="688"/>
                  <a:pt x="181" y="688"/>
                </a:cubicBezTo>
                <a:cubicBezTo>
                  <a:pt x="343" y="688"/>
                  <a:pt x="343" y="688"/>
                  <a:pt x="343" y="688"/>
                </a:cubicBezTo>
                <a:cubicBezTo>
                  <a:pt x="376" y="688"/>
                  <a:pt x="403" y="661"/>
                  <a:pt x="403" y="627"/>
                </a:cubicBezTo>
                <a:cubicBezTo>
                  <a:pt x="403" y="493"/>
                  <a:pt x="403" y="493"/>
                  <a:pt x="403" y="493"/>
                </a:cubicBezTo>
                <a:cubicBezTo>
                  <a:pt x="403" y="486"/>
                  <a:pt x="407" y="480"/>
                  <a:pt x="413" y="476"/>
                </a:cubicBezTo>
                <a:cubicBezTo>
                  <a:pt x="482" y="427"/>
                  <a:pt x="524" y="347"/>
                  <a:pt x="524" y="262"/>
                </a:cubicBezTo>
                <a:cubicBezTo>
                  <a:pt x="524" y="117"/>
                  <a:pt x="406" y="0"/>
                  <a:pt x="262" y="0"/>
                </a:cubicBezTo>
                <a:close/>
                <a:moveTo>
                  <a:pt x="363" y="567"/>
                </a:moveTo>
                <a:cubicBezTo>
                  <a:pt x="303" y="567"/>
                  <a:pt x="303" y="567"/>
                  <a:pt x="303" y="567"/>
                </a:cubicBezTo>
                <a:cubicBezTo>
                  <a:pt x="292" y="567"/>
                  <a:pt x="283" y="574"/>
                  <a:pt x="282" y="585"/>
                </a:cubicBezTo>
                <a:cubicBezTo>
                  <a:pt x="281" y="597"/>
                  <a:pt x="290" y="607"/>
                  <a:pt x="302" y="607"/>
                </a:cubicBezTo>
                <a:cubicBezTo>
                  <a:pt x="363" y="607"/>
                  <a:pt x="363" y="607"/>
                  <a:pt x="363" y="607"/>
                </a:cubicBezTo>
                <a:cubicBezTo>
                  <a:pt x="363" y="627"/>
                  <a:pt x="363" y="627"/>
                  <a:pt x="363" y="627"/>
                </a:cubicBezTo>
                <a:cubicBezTo>
                  <a:pt x="363" y="638"/>
                  <a:pt x="354" y="647"/>
                  <a:pt x="343" y="647"/>
                </a:cubicBezTo>
                <a:cubicBezTo>
                  <a:pt x="181" y="647"/>
                  <a:pt x="181" y="647"/>
                  <a:pt x="181" y="647"/>
                </a:cubicBezTo>
                <a:cubicBezTo>
                  <a:pt x="170" y="647"/>
                  <a:pt x="161" y="638"/>
                  <a:pt x="161" y="627"/>
                </a:cubicBezTo>
                <a:cubicBezTo>
                  <a:pt x="161" y="607"/>
                  <a:pt x="161" y="607"/>
                  <a:pt x="161" y="607"/>
                </a:cubicBezTo>
                <a:cubicBezTo>
                  <a:pt x="221" y="607"/>
                  <a:pt x="221" y="607"/>
                  <a:pt x="221" y="607"/>
                </a:cubicBezTo>
                <a:cubicBezTo>
                  <a:pt x="231" y="607"/>
                  <a:pt x="241" y="599"/>
                  <a:pt x="242" y="589"/>
                </a:cubicBezTo>
                <a:cubicBezTo>
                  <a:pt x="243" y="577"/>
                  <a:pt x="234" y="567"/>
                  <a:pt x="222" y="567"/>
                </a:cubicBezTo>
                <a:cubicBezTo>
                  <a:pt x="161" y="567"/>
                  <a:pt x="161" y="567"/>
                  <a:pt x="161" y="567"/>
                </a:cubicBezTo>
                <a:cubicBezTo>
                  <a:pt x="161" y="524"/>
                  <a:pt x="161" y="524"/>
                  <a:pt x="161" y="524"/>
                </a:cubicBezTo>
                <a:cubicBezTo>
                  <a:pt x="363" y="524"/>
                  <a:pt x="363" y="524"/>
                  <a:pt x="363" y="524"/>
                </a:cubicBezTo>
                <a:lnTo>
                  <a:pt x="363" y="567"/>
                </a:lnTo>
                <a:close/>
                <a:moveTo>
                  <a:pt x="390" y="443"/>
                </a:moveTo>
                <a:cubicBezTo>
                  <a:pt x="375" y="453"/>
                  <a:pt x="366" y="467"/>
                  <a:pt x="363" y="483"/>
                </a:cubicBezTo>
                <a:cubicBezTo>
                  <a:pt x="160" y="483"/>
                  <a:pt x="160" y="483"/>
                  <a:pt x="160" y="483"/>
                </a:cubicBezTo>
                <a:cubicBezTo>
                  <a:pt x="158" y="467"/>
                  <a:pt x="149" y="453"/>
                  <a:pt x="134" y="443"/>
                </a:cubicBezTo>
                <a:cubicBezTo>
                  <a:pt x="75" y="401"/>
                  <a:pt x="40" y="334"/>
                  <a:pt x="40" y="262"/>
                </a:cubicBezTo>
                <a:cubicBezTo>
                  <a:pt x="40" y="140"/>
                  <a:pt x="140" y="40"/>
                  <a:pt x="262" y="40"/>
                </a:cubicBezTo>
                <a:cubicBezTo>
                  <a:pt x="384" y="40"/>
                  <a:pt x="484" y="140"/>
                  <a:pt x="484" y="262"/>
                </a:cubicBezTo>
                <a:cubicBezTo>
                  <a:pt x="484" y="334"/>
                  <a:pt x="448" y="401"/>
                  <a:pt x="390" y="443"/>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i="0" sz="1800" u="none" cap="none" strike="noStrike">
              <a:solidFill>
                <a:srgbClr val="000000"/>
              </a:solidFill>
              <a:latin typeface="Times"/>
              <a:ea typeface="Times"/>
              <a:cs typeface="Times"/>
              <a:sym typeface="Times"/>
            </a:endParaRPr>
          </a:p>
        </p:txBody>
      </p:sp>
      <p:sp>
        <p:nvSpPr>
          <p:cNvPr id="461" name="Google Shape;461;g32d621a8f7c_0_66"/>
          <p:cNvSpPr/>
          <p:nvPr/>
        </p:nvSpPr>
        <p:spPr>
          <a:xfrm>
            <a:off x="2869505" y="3481070"/>
            <a:ext cx="314149" cy="314947"/>
          </a:xfrm>
          <a:custGeom>
            <a:rect b="b" l="l" r="r" t="t"/>
            <a:pathLst>
              <a:path extrusionOk="0" h="689" w="688">
                <a:moveTo>
                  <a:pt x="262" y="567"/>
                </a:moveTo>
                <a:cubicBezTo>
                  <a:pt x="242" y="567"/>
                  <a:pt x="242" y="567"/>
                  <a:pt x="242" y="567"/>
                </a:cubicBezTo>
                <a:cubicBezTo>
                  <a:pt x="242" y="547"/>
                  <a:pt x="242" y="547"/>
                  <a:pt x="242" y="547"/>
                </a:cubicBezTo>
                <a:cubicBezTo>
                  <a:pt x="242" y="541"/>
                  <a:pt x="239" y="534"/>
                  <a:pt x="234" y="530"/>
                </a:cubicBezTo>
                <a:cubicBezTo>
                  <a:pt x="226" y="524"/>
                  <a:pt x="215" y="525"/>
                  <a:pt x="208" y="532"/>
                </a:cubicBezTo>
                <a:cubicBezTo>
                  <a:pt x="202" y="538"/>
                  <a:pt x="202" y="538"/>
                  <a:pt x="202" y="538"/>
                </a:cubicBezTo>
                <a:cubicBezTo>
                  <a:pt x="202" y="504"/>
                  <a:pt x="202" y="504"/>
                  <a:pt x="202" y="504"/>
                </a:cubicBezTo>
                <a:cubicBezTo>
                  <a:pt x="202" y="502"/>
                  <a:pt x="201" y="499"/>
                  <a:pt x="200" y="497"/>
                </a:cubicBezTo>
                <a:cubicBezTo>
                  <a:pt x="192" y="484"/>
                  <a:pt x="176" y="483"/>
                  <a:pt x="167" y="492"/>
                </a:cubicBezTo>
                <a:cubicBezTo>
                  <a:pt x="84" y="575"/>
                  <a:pt x="84" y="575"/>
                  <a:pt x="84" y="575"/>
                </a:cubicBezTo>
                <a:cubicBezTo>
                  <a:pt x="81" y="578"/>
                  <a:pt x="80" y="583"/>
                  <a:pt x="80" y="587"/>
                </a:cubicBezTo>
                <a:cubicBezTo>
                  <a:pt x="83" y="608"/>
                  <a:pt x="104" y="612"/>
                  <a:pt x="115" y="601"/>
                </a:cubicBezTo>
                <a:cubicBezTo>
                  <a:pt x="161" y="555"/>
                  <a:pt x="161" y="555"/>
                  <a:pt x="161" y="555"/>
                </a:cubicBezTo>
                <a:cubicBezTo>
                  <a:pt x="161" y="589"/>
                  <a:pt x="161" y="589"/>
                  <a:pt x="161" y="589"/>
                </a:cubicBezTo>
                <a:cubicBezTo>
                  <a:pt x="161" y="592"/>
                  <a:pt x="162" y="594"/>
                  <a:pt x="163" y="596"/>
                </a:cubicBezTo>
                <a:cubicBezTo>
                  <a:pt x="171" y="609"/>
                  <a:pt x="187" y="610"/>
                  <a:pt x="196" y="601"/>
                </a:cubicBezTo>
                <a:cubicBezTo>
                  <a:pt x="203" y="594"/>
                  <a:pt x="203" y="594"/>
                  <a:pt x="203" y="594"/>
                </a:cubicBezTo>
                <a:cubicBezTo>
                  <a:pt x="206" y="602"/>
                  <a:pt x="213" y="607"/>
                  <a:pt x="222" y="607"/>
                </a:cubicBezTo>
                <a:cubicBezTo>
                  <a:pt x="266" y="607"/>
                  <a:pt x="266" y="607"/>
                  <a:pt x="266" y="607"/>
                </a:cubicBezTo>
                <a:cubicBezTo>
                  <a:pt x="270" y="607"/>
                  <a:pt x="274" y="605"/>
                  <a:pt x="277" y="602"/>
                </a:cubicBezTo>
                <a:cubicBezTo>
                  <a:pt x="290" y="585"/>
                  <a:pt x="278" y="567"/>
                  <a:pt x="262" y="567"/>
                </a:cubicBezTo>
                <a:close/>
                <a:moveTo>
                  <a:pt x="383" y="403"/>
                </a:moveTo>
                <a:cubicBezTo>
                  <a:pt x="141" y="403"/>
                  <a:pt x="141" y="403"/>
                  <a:pt x="141" y="403"/>
                </a:cubicBezTo>
                <a:cubicBezTo>
                  <a:pt x="130" y="403"/>
                  <a:pt x="121" y="412"/>
                  <a:pt x="121" y="423"/>
                </a:cubicBezTo>
                <a:cubicBezTo>
                  <a:pt x="121" y="434"/>
                  <a:pt x="130" y="443"/>
                  <a:pt x="141" y="443"/>
                </a:cubicBezTo>
                <a:cubicBezTo>
                  <a:pt x="383" y="443"/>
                  <a:pt x="383" y="443"/>
                  <a:pt x="383" y="443"/>
                </a:cubicBezTo>
                <a:cubicBezTo>
                  <a:pt x="394" y="443"/>
                  <a:pt x="403" y="434"/>
                  <a:pt x="403" y="423"/>
                </a:cubicBezTo>
                <a:cubicBezTo>
                  <a:pt x="403" y="412"/>
                  <a:pt x="394" y="403"/>
                  <a:pt x="383" y="403"/>
                </a:cubicBezTo>
                <a:close/>
                <a:moveTo>
                  <a:pt x="343" y="282"/>
                </a:moveTo>
                <a:cubicBezTo>
                  <a:pt x="423" y="282"/>
                  <a:pt x="423" y="282"/>
                  <a:pt x="423" y="282"/>
                </a:cubicBezTo>
                <a:cubicBezTo>
                  <a:pt x="435" y="282"/>
                  <a:pt x="444" y="273"/>
                  <a:pt x="444" y="262"/>
                </a:cubicBezTo>
                <a:cubicBezTo>
                  <a:pt x="444" y="181"/>
                  <a:pt x="444" y="181"/>
                  <a:pt x="444" y="181"/>
                </a:cubicBezTo>
                <a:cubicBezTo>
                  <a:pt x="444" y="170"/>
                  <a:pt x="435" y="161"/>
                  <a:pt x="423" y="161"/>
                </a:cubicBezTo>
                <a:cubicBezTo>
                  <a:pt x="384" y="161"/>
                  <a:pt x="384" y="161"/>
                  <a:pt x="384" y="161"/>
                </a:cubicBezTo>
                <a:cubicBezTo>
                  <a:pt x="373" y="161"/>
                  <a:pt x="364" y="169"/>
                  <a:pt x="363" y="179"/>
                </a:cubicBezTo>
                <a:cubicBezTo>
                  <a:pt x="362" y="191"/>
                  <a:pt x="371" y="201"/>
                  <a:pt x="383" y="201"/>
                </a:cubicBezTo>
                <a:cubicBezTo>
                  <a:pt x="403" y="201"/>
                  <a:pt x="403" y="201"/>
                  <a:pt x="403" y="201"/>
                </a:cubicBezTo>
                <a:cubicBezTo>
                  <a:pt x="403" y="242"/>
                  <a:pt x="403" y="242"/>
                  <a:pt x="403" y="242"/>
                </a:cubicBezTo>
                <a:cubicBezTo>
                  <a:pt x="343" y="242"/>
                  <a:pt x="343" y="242"/>
                  <a:pt x="343" y="242"/>
                </a:cubicBezTo>
                <a:cubicBezTo>
                  <a:pt x="332" y="242"/>
                  <a:pt x="323" y="233"/>
                  <a:pt x="323" y="221"/>
                </a:cubicBezTo>
                <a:cubicBezTo>
                  <a:pt x="323" y="141"/>
                  <a:pt x="323" y="141"/>
                  <a:pt x="323" y="141"/>
                </a:cubicBezTo>
                <a:cubicBezTo>
                  <a:pt x="323" y="130"/>
                  <a:pt x="332" y="121"/>
                  <a:pt x="343" y="121"/>
                </a:cubicBezTo>
                <a:cubicBezTo>
                  <a:pt x="423" y="121"/>
                  <a:pt x="423" y="121"/>
                  <a:pt x="423" y="121"/>
                </a:cubicBezTo>
                <a:cubicBezTo>
                  <a:pt x="433" y="121"/>
                  <a:pt x="442" y="113"/>
                  <a:pt x="443" y="103"/>
                </a:cubicBezTo>
                <a:cubicBezTo>
                  <a:pt x="445" y="91"/>
                  <a:pt x="435" y="80"/>
                  <a:pt x="423" y="80"/>
                </a:cubicBezTo>
                <a:cubicBezTo>
                  <a:pt x="343" y="80"/>
                  <a:pt x="343" y="80"/>
                  <a:pt x="343" y="80"/>
                </a:cubicBezTo>
                <a:cubicBezTo>
                  <a:pt x="309" y="80"/>
                  <a:pt x="282" y="107"/>
                  <a:pt x="282" y="141"/>
                </a:cubicBezTo>
                <a:cubicBezTo>
                  <a:pt x="282" y="221"/>
                  <a:pt x="282" y="221"/>
                  <a:pt x="282" y="221"/>
                </a:cubicBezTo>
                <a:cubicBezTo>
                  <a:pt x="282" y="255"/>
                  <a:pt x="309" y="282"/>
                  <a:pt x="343" y="282"/>
                </a:cubicBezTo>
                <a:close/>
                <a:moveTo>
                  <a:pt x="504" y="0"/>
                </a:moveTo>
                <a:cubicBezTo>
                  <a:pt x="20" y="0"/>
                  <a:pt x="20" y="0"/>
                  <a:pt x="20" y="0"/>
                </a:cubicBezTo>
                <a:cubicBezTo>
                  <a:pt x="9" y="0"/>
                  <a:pt x="0" y="9"/>
                  <a:pt x="0" y="20"/>
                </a:cubicBezTo>
                <a:cubicBezTo>
                  <a:pt x="0" y="668"/>
                  <a:pt x="0" y="668"/>
                  <a:pt x="0" y="668"/>
                </a:cubicBezTo>
                <a:cubicBezTo>
                  <a:pt x="0" y="679"/>
                  <a:pt x="9" y="688"/>
                  <a:pt x="20" y="688"/>
                </a:cubicBezTo>
                <a:cubicBezTo>
                  <a:pt x="51" y="688"/>
                  <a:pt x="383" y="688"/>
                  <a:pt x="383" y="688"/>
                </a:cubicBezTo>
                <a:cubicBezTo>
                  <a:pt x="389" y="688"/>
                  <a:pt x="394" y="685"/>
                  <a:pt x="397" y="682"/>
                </a:cubicBezTo>
                <a:cubicBezTo>
                  <a:pt x="398" y="682"/>
                  <a:pt x="518" y="561"/>
                  <a:pt x="518" y="561"/>
                </a:cubicBezTo>
                <a:cubicBezTo>
                  <a:pt x="522" y="557"/>
                  <a:pt x="524" y="552"/>
                  <a:pt x="524" y="547"/>
                </a:cubicBezTo>
                <a:cubicBezTo>
                  <a:pt x="524" y="20"/>
                  <a:pt x="524" y="20"/>
                  <a:pt x="524" y="20"/>
                </a:cubicBezTo>
                <a:cubicBezTo>
                  <a:pt x="524" y="9"/>
                  <a:pt x="515" y="0"/>
                  <a:pt x="504" y="0"/>
                </a:cubicBezTo>
                <a:close/>
                <a:moveTo>
                  <a:pt x="403" y="619"/>
                </a:moveTo>
                <a:cubicBezTo>
                  <a:pt x="403" y="567"/>
                  <a:pt x="403" y="567"/>
                  <a:pt x="403" y="567"/>
                </a:cubicBezTo>
                <a:cubicBezTo>
                  <a:pt x="455" y="567"/>
                  <a:pt x="455" y="567"/>
                  <a:pt x="455" y="567"/>
                </a:cubicBezTo>
                <a:lnTo>
                  <a:pt x="403" y="619"/>
                </a:lnTo>
                <a:close/>
                <a:moveTo>
                  <a:pt x="484" y="526"/>
                </a:moveTo>
                <a:cubicBezTo>
                  <a:pt x="383" y="526"/>
                  <a:pt x="383" y="526"/>
                  <a:pt x="383" y="526"/>
                </a:cubicBezTo>
                <a:cubicBezTo>
                  <a:pt x="372" y="526"/>
                  <a:pt x="363" y="535"/>
                  <a:pt x="363" y="547"/>
                </a:cubicBezTo>
                <a:cubicBezTo>
                  <a:pt x="363" y="647"/>
                  <a:pt x="363" y="647"/>
                  <a:pt x="363" y="647"/>
                </a:cubicBezTo>
                <a:cubicBezTo>
                  <a:pt x="41" y="647"/>
                  <a:pt x="41" y="647"/>
                  <a:pt x="41" y="647"/>
                </a:cubicBezTo>
                <a:cubicBezTo>
                  <a:pt x="41" y="40"/>
                  <a:pt x="41" y="40"/>
                  <a:pt x="41" y="40"/>
                </a:cubicBezTo>
                <a:cubicBezTo>
                  <a:pt x="484" y="40"/>
                  <a:pt x="484" y="40"/>
                  <a:pt x="484" y="40"/>
                </a:cubicBezTo>
                <a:lnTo>
                  <a:pt x="484" y="526"/>
                </a:lnTo>
                <a:close/>
                <a:moveTo>
                  <a:pt x="182" y="242"/>
                </a:moveTo>
                <a:cubicBezTo>
                  <a:pt x="102" y="242"/>
                  <a:pt x="102" y="242"/>
                  <a:pt x="102" y="242"/>
                </a:cubicBezTo>
                <a:cubicBezTo>
                  <a:pt x="91" y="242"/>
                  <a:pt x="82" y="249"/>
                  <a:pt x="81" y="260"/>
                </a:cubicBezTo>
                <a:cubicBezTo>
                  <a:pt x="80" y="272"/>
                  <a:pt x="89" y="282"/>
                  <a:pt x="101" y="282"/>
                </a:cubicBezTo>
                <a:cubicBezTo>
                  <a:pt x="181" y="282"/>
                  <a:pt x="181" y="282"/>
                  <a:pt x="181" y="282"/>
                </a:cubicBezTo>
                <a:cubicBezTo>
                  <a:pt x="212" y="282"/>
                  <a:pt x="240" y="256"/>
                  <a:pt x="242" y="225"/>
                </a:cubicBezTo>
                <a:cubicBezTo>
                  <a:pt x="244" y="190"/>
                  <a:pt x="216" y="161"/>
                  <a:pt x="182" y="161"/>
                </a:cubicBezTo>
                <a:cubicBezTo>
                  <a:pt x="121" y="161"/>
                  <a:pt x="121" y="161"/>
                  <a:pt x="121" y="161"/>
                </a:cubicBezTo>
                <a:cubicBezTo>
                  <a:pt x="121" y="121"/>
                  <a:pt x="121" y="121"/>
                  <a:pt x="121" y="121"/>
                </a:cubicBezTo>
                <a:cubicBezTo>
                  <a:pt x="221" y="121"/>
                  <a:pt x="221" y="121"/>
                  <a:pt x="221" y="121"/>
                </a:cubicBezTo>
                <a:cubicBezTo>
                  <a:pt x="232" y="121"/>
                  <a:pt x="241" y="113"/>
                  <a:pt x="242" y="103"/>
                </a:cubicBezTo>
                <a:cubicBezTo>
                  <a:pt x="243" y="91"/>
                  <a:pt x="234" y="80"/>
                  <a:pt x="222" y="80"/>
                </a:cubicBezTo>
                <a:cubicBezTo>
                  <a:pt x="101" y="80"/>
                  <a:pt x="101" y="80"/>
                  <a:pt x="101" y="80"/>
                </a:cubicBezTo>
                <a:cubicBezTo>
                  <a:pt x="90" y="80"/>
                  <a:pt x="81" y="89"/>
                  <a:pt x="81" y="101"/>
                </a:cubicBezTo>
                <a:cubicBezTo>
                  <a:pt x="81" y="181"/>
                  <a:pt x="81" y="181"/>
                  <a:pt x="81" y="181"/>
                </a:cubicBezTo>
                <a:cubicBezTo>
                  <a:pt x="81" y="192"/>
                  <a:pt x="90" y="201"/>
                  <a:pt x="101" y="201"/>
                </a:cubicBezTo>
                <a:cubicBezTo>
                  <a:pt x="181" y="201"/>
                  <a:pt x="181" y="201"/>
                  <a:pt x="181" y="201"/>
                </a:cubicBezTo>
                <a:cubicBezTo>
                  <a:pt x="191" y="201"/>
                  <a:pt x="200" y="209"/>
                  <a:pt x="202" y="219"/>
                </a:cubicBezTo>
                <a:cubicBezTo>
                  <a:pt x="203" y="231"/>
                  <a:pt x="193" y="242"/>
                  <a:pt x="182" y="242"/>
                </a:cubicBezTo>
                <a:close/>
                <a:moveTo>
                  <a:pt x="668" y="83"/>
                </a:moveTo>
                <a:cubicBezTo>
                  <a:pt x="587" y="83"/>
                  <a:pt x="587" y="83"/>
                  <a:pt x="587" y="83"/>
                </a:cubicBezTo>
                <a:cubicBezTo>
                  <a:pt x="576" y="83"/>
                  <a:pt x="567" y="92"/>
                  <a:pt x="567" y="103"/>
                </a:cubicBezTo>
                <a:cubicBezTo>
                  <a:pt x="567" y="587"/>
                  <a:pt x="567" y="587"/>
                  <a:pt x="567" y="587"/>
                </a:cubicBezTo>
                <a:cubicBezTo>
                  <a:pt x="567" y="613"/>
                  <a:pt x="584" y="636"/>
                  <a:pt x="607" y="644"/>
                </a:cubicBezTo>
                <a:cubicBezTo>
                  <a:pt x="607" y="667"/>
                  <a:pt x="607" y="667"/>
                  <a:pt x="607" y="667"/>
                </a:cubicBezTo>
                <a:cubicBezTo>
                  <a:pt x="607" y="677"/>
                  <a:pt x="615" y="686"/>
                  <a:pt x="625" y="688"/>
                </a:cubicBezTo>
                <a:cubicBezTo>
                  <a:pt x="637" y="689"/>
                  <a:pt x="648" y="679"/>
                  <a:pt x="648" y="668"/>
                </a:cubicBezTo>
                <a:cubicBezTo>
                  <a:pt x="648" y="644"/>
                  <a:pt x="648" y="644"/>
                  <a:pt x="648" y="644"/>
                </a:cubicBezTo>
                <a:cubicBezTo>
                  <a:pt x="671" y="636"/>
                  <a:pt x="688" y="613"/>
                  <a:pt x="688" y="587"/>
                </a:cubicBezTo>
                <a:cubicBezTo>
                  <a:pt x="688" y="103"/>
                  <a:pt x="688" y="103"/>
                  <a:pt x="688" y="103"/>
                </a:cubicBezTo>
                <a:cubicBezTo>
                  <a:pt x="688" y="92"/>
                  <a:pt x="679" y="83"/>
                  <a:pt x="668" y="83"/>
                </a:cubicBezTo>
                <a:close/>
                <a:moveTo>
                  <a:pt x="648" y="587"/>
                </a:moveTo>
                <a:cubicBezTo>
                  <a:pt x="648" y="599"/>
                  <a:pt x="637" y="608"/>
                  <a:pt x="625" y="607"/>
                </a:cubicBezTo>
                <a:cubicBezTo>
                  <a:pt x="615" y="606"/>
                  <a:pt x="607" y="597"/>
                  <a:pt x="607" y="586"/>
                </a:cubicBezTo>
                <a:cubicBezTo>
                  <a:pt x="607" y="244"/>
                  <a:pt x="607" y="244"/>
                  <a:pt x="607" y="244"/>
                </a:cubicBezTo>
                <a:cubicBezTo>
                  <a:pt x="648" y="244"/>
                  <a:pt x="648" y="244"/>
                  <a:pt x="648" y="244"/>
                </a:cubicBezTo>
                <a:lnTo>
                  <a:pt x="648" y="587"/>
                </a:lnTo>
                <a:close/>
                <a:moveTo>
                  <a:pt x="648" y="204"/>
                </a:moveTo>
                <a:cubicBezTo>
                  <a:pt x="607" y="204"/>
                  <a:pt x="607" y="204"/>
                  <a:pt x="607" y="204"/>
                </a:cubicBezTo>
                <a:cubicBezTo>
                  <a:pt x="607" y="123"/>
                  <a:pt x="607" y="123"/>
                  <a:pt x="607" y="123"/>
                </a:cubicBezTo>
                <a:cubicBezTo>
                  <a:pt x="648" y="123"/>
                  <a:pt x="648" y="123"/>
                  <a:pt x="648" y="123"/>
                </a:cubicBezTo>
                <a:lnTo>
                  <a:pt x="648" y="204"/>
                </a:lnTo>
                <a:close/>
                <a:moveTo>
                  <a:pt x="101" y="363"/>
                </a:moveTo>
                <a:cubicBezTo>
                  <a:pt x="424" y="363"/>
                  <a:pt x="424" y="363"/>
                  <a:pt x="424" y="363"/>
                </a:cubicBezTo>
                <a:cubicBezTo>
                  <a:pt x="435" y="363"/>
                  <a:pt x="444" y="354"/>
                  <a:pt x="444" y="342"/>
                </a:cubicBezTo>
                <a:cubicBezTo>
                  <a:pt x="444" y="331"/>
                  <a:pt x="435" y="322"/>
                  <a:pt x="424" y="322"/>
                </a:cubicBezTo>
                <a:cubicBezTo>
                  <a:pt x="101" y="322"/>
                  <a:pt x="101" y="322"/>
                  <a:pt x="101" y="322"/>
                </a:cubicBezTo>
                <a:cubicBezTo>
                  <a:pt x="90" y="322"/>
                  <a:pt x="81" y="331"/>
                  <a:pt x="81" y="342"/>
                </a:cubicBezTo>
                <a:cubicBezTo>
                  <a:pt x="81" y="354"/>
                  <a:pt x="90" y="363"/>
                  <a:pt x="101" y="363"/>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i="0" sz="1800" u="none" cap="none" strike="noStrike">
              <a:solidFill>
                <a:srgbClr val="000000"/>
              </a:solidFill>
              <a:latin typeface="Times"/>
              <a:ea typeface="Times"/>
              <a:cs typeface="Times"/>
              <a:sym typeface="Times"/>
            </a:endParaRPr>
          </a:p>
        </p:txBody>
      </p:sp>
      <p:sp>
        <p:nvSpPr>
          <p:cNvPr id="462" name="Google Shape;462;g32d621a8f7c_0_66"/>
          <p:cNvSpPr txBox="1"/>
          <p:nvPr/>
        </p:nvSpPr>
        <p:spPr>
          <a:xfrm>
            <a:off x="3551875" y="980100"/>
            <a:ext cx="2643600" cy="4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2400"/>
              <a:buFont typeface="Arial"/>
              <a:buNone/>
            </a:pPr>
            <a:r>
              <a:rPr lang="en" sz="1600">
                <a:solidFill>
                  <a:schemeClr val="dk1"/>
                </a:solidFill>
                <a:latin typeface="Times"/>
                <a:ea typeface="Times"/>
                <a:cs typeface="Times"/>
                <a:sym typeface="Times"/>
              </a:rPr>
              <a:t>Travel Recommendations</a:t>
            </a:r>
            <a:endParaRPr sz="1600">
              <a:solidFill>
                <a:schemeClr val="dk1"/>
              </a:solidFill>
              <a:latin typeface="Times"/>
              <a:ea typeface="Times"/>
              <a:cs typeface="Times"/>
              <a:sym typeface="Times"/>
            </a:endParaRPr>
          </a:p>
          <a:p>
            <a:pPr indent="0" lvl="0" marL="0" rtl="0" algn="l">
              <a:spcBef>
                <a:spcPts val="0"/>
              </a:spcBef>
              <a:spcAft>
                <a:spcPts val="0"/>
              </a:spcAft>
              <a:buNone/>
            </a:pPr>
            <a:r>
              <a:t/>
            </a:r>
            <a:endParaRPr sz="1200">
              <a:solidFill>
                <a:schemeClr val="dk1"/>
              </a:solidFill>
              <a:latin typeface="Archivo"/>
              <a:ea typeface="Archivo"/>
              <a:cs typeface="Archivo"/>
              <a:sym typeface="Archivo"/>
            </a:endParaRPr>
          </a:p>
        </p:txBody>
      </p:sp>
      <p:sp>
        <p:nvSpPr>
          <p:cNvPr id="463" name="Google Shape;463;g32d621a8f7c_0_66"/>
          <p:cNvSpPr txBox="1"/>
          <p:nvPr/>
        </p:nvSpPr>
        <p:spPr>
          <a:xfrm>
            <a:off x="3583975" y="1723075"/>
            <a:ext cx="2697000" cy="37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2400"/>
              <a:buFont typeface="Arial"/>
              <a:buNone/>
            </a:pPr>
            <a:r>
              <a:rPr lang="en" sz="1600">
                <a:solidFill>
                  <a:schemeClr val="dk1"/>
                </a:solidFill>
                <a:latin typeface="Times"/>
                <a:ea typeface="Times"/>
                <a:cs typeface="Times"/>
                <a:sym typeface="Times"/>
              </a:rPr>
              <a:t>Multi Destination Planner</a:t>
            </a:r>
            <a:endParaRPr sz="1600">
              <a:solidFill>
                <a:schemeClr val="dk1"/>
              </a:solidFill>
              <a:latin typeface="Times"/>
              <a:ea typeface="Times"/>
              <a:cs typeface="Times"/>
              <a:sym typeface="Times"/>
            </a:endParaRPr>
          </a:p>
          <a:p>
            <a:pPr indent="0" lvl="0" marL="0" rtl="0" algn="l">
              <a:spcBef>
                <a:spcPts val="0"/>
              </a:spcBef>
              <a:spcAft>
                <a:spcPts val="0"/>
              </a:spcAft>
              <a:buNone/>
            </a:pPr>
            <a:r>
              <a:t/>
            </a:r>
            <a:endParaRPr sz="1200">
              <a:solidFill>
                <a:schemeClr val="dk1"/>
              </a:solidFill>
              <a:latin typeface="Archivo"/>
              <a:ea typeface="Archivo"/>
              <a:cs typeface="Archivo"/>
              <a:sym typeface="Archivo"/>
            </a:endParaRPr>
          </a:p>
        </p:txBody>
      </p:sp>
      <p:sp>
        <p:nvSpPr>
          <p:cNvPr id="464" name="Google Shape;464;g32d621a8f7c_0_66"/>
          <p:cNvSpPr txBox="1"/>
          <p:nvPr/>
        </p:nvSpPr>
        <p:spPr>
          <a:xfrm>
            <a:off x="3583975" y="2617550"/>
            <a:ext cx="2825400" cy="3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Times"/>
                <a:ea typeface="Times"/>
                <a:cs typeface="Times"/>
                <a:sym typeface="Times"/>
              </a:rPr>
              <a:t>Real-time Weather Updates</a:t>
            </a:r>
            <a:endParaRPr sz="1200">
              <a:solidFill>
                <a:schemeClr val="dk1"/>
              </a:solidFill>
              <a:latin typeface="Archivo"/>
              <a:ea typeface="Archivo"/>
              <a:cs typeface="Archivo"/>
              <a:sym typeface="Archivo"/>
            </a:endParaRPr>
          </a:p>
        </p:txBody>
      </p:sp>
      <p:sp>
        <p:nvSpPr>
          <p:cNvPr id="465" name="Google Shape;465;g32d621a8f7c_0_66"/>
          <p:cNvSpPr txBox="1"/>
          <p:nvPr/>
        </p:nvSpPr>
        <p:spPr>
          <a:xfrm>
            <a:off x="3551875" y="3452325"/>
            <a:ext cx="2761200" cy="37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2400"/>
              <a:buFont typeface="Arial"/>
              <a:buNone/>
            </a:pPr>
            <a:r>
              <a:rPr lang="en" sz="1600">
                <a:solidFill>
                  <a:schemeClr val="dk1"/>
                </a:solidFill>
                <a:latin typeface="Times"/>
                <a:ea typeface="Times"/>
                <a:cs typeface="Times"/>
                <a:sym typeface="Times"/>
              </a:rPr>
              <a:t>Real-time Currency Converter</a:t>
            </a:r>
            <a:endParaRPr sz="1600">
              <a:solidFill>
                <a:schemeClr val="dk1"/>
              </a:solidFill>
              <a:latin typeface="Times"/>
              <a:ea typeface="Times"/>
              <a:cs typeface="Times"/>
              <a:sym typeface="Times"/>
            </a:endParaRPr>
          </a:p>
          <a:p>
            <a:pPr indent="0" lvl="0" marL="0" rtl="0" algn="l">
              <a:spcBef>
                <a:spcPts val="0"/>
              </a:spcBef>
              <a:spcAft>
                <a:spcPts val="0"/>
              </a:spcAft>
              <a:buNone/>
            </a:pPr>
            <a:r>
              <a:t/>
            </a:r>
            <a:endParaRPr sz="1200">
              <a:solidFill>
                <a:schemeClr val="dk1"/>
              </a:solidFill>
              <a:latin typeface="Archivo"/>
              <a:ea typeface="Archivo"/>
              <a:cs typeface="Archivo"/>
              <a:sym typeface="Archivo"/>
            </a:endParaRPr>
          </a:p>
        </p:txBody>
      </p:sp>
      <p:sp>
        <p:nvSpPr>
          <p:cNvPr id="466" name="Google Shape;466;g32d621a8f7c_0_66"/>
          <p:cNvSpPr txBox="1"/>
          <p:nvPr/>
        </p:nvSpPr>
        <p:spPr>
          <a:xfrm>
            <a:off x="3583975" y="4346800"/>
            <a:ext cx="2386500" cy="37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2400"/>
              <a:buFont typeface="Arial"/>
              <a:buNone/>
            </a:pPr>
            <a:r>
              <a:rPr lang="en" sz="1600">
                <a:solidFill>
                  <a:schemeClr val="dk1"/>
                </a:solidFill>
                <a:latin typeface="Times"/>
                <a:ea typeface="Times"/>
                <a:cs typeface="Times"/>
                <a:sym typeface="Times"/>
              </a:rPr>
              <a:t>Measure and refine</a:t>
            </a:r>
            <a:endParaRPr sz="1600">
              <a:solidFill>
                <a:schemeClr val="dk1"/>
              </a:solidFill>
              <a:latin typeface="Times"/>
              <a:ea typeface="Times"/>
              <a:cs typeface="Times"/>
              <a:sym typeface="Times"/>
            </a:endParaRPr>
          </a:p>
          <a:p>
            <a:pPr indent="0" lvl="0" marL="0" rtl="0" algn="l">
              <a:spcBef>
                <a:spcPts val="0"/>
              </a:spcBef>
              <a:spcAft>
                <a:spcPts val="0"/>
              </a:spcAft>
              <a:buNone/>
            </a:pPr>
            <a:r>
              <a:t/>
            </a:r>
            <a:endParaRPr sz="1200">
              <a:solidFill>
                <a:schemeClr val="dk1"/>
              </a:solidFill>
              <a:latin typeface="Archivo"/>
              <a:ea typeface="Archivo"/>
              <a:cs typeface="Archivo"/>
              <a:sym typeface="Archivo"/>
            </a:endParaRPr>
          </a:p>
        </p:txBody>
      </p:sp>
      <p:sp>
        <p:nvSpPr>
          <p:cNvPr id="467" name="Google Shape;467;g32d621a8f7c_0_66"/>
          <p:cNvSpPr/>
          <p:nvPr/>
        </p:nvSpPr>
        <p:spPr>
          <a:xfrm>
            <a:off x="2869505" y="4354620"/>
            <a:ext cx="314149" cy="314947"/>
          </a:xfrm>
          <a:custGeom>
            <a:rect b="b" l="l" r="r" t="t"/>
            <a:pathLst>
              <a:path extrusionOk="0" h="689" w="688">
                <a:moveTo>
                  <a:pt x="262" y="567"/>
                </a:moveTo>
                <a:cubicBezTo>
                  <a:pt x="242" y="567"/>
                  <a:pt x="242" y="567"/>
                  <a:pt x="242" y="567"/>
                </a:cubicBezTo>
                <a:cubicBezTo>
                  <a:pt x="242" y="547"/>
                  <a:pt x="242" y="547"/>
                  <a:pt x="242" y="547"/>
                </a:cubicBezTo>
                <a:cubicBezTo>
                  <a:pt x="242" y="541"/>
                  <a:pt x="239" y="534"/>
                  <a:pt x="234" y="530"/>
                </a:cubicBezTo>
                <a:cubicBezTo>
                  <a:pt x="226" y="524"/>
                  <a:pt x="215" y="525"/>
                  <a:pt x="208" y="532"/>
                </a:cubicBezTo>
                <a:cubicBezTo>
                  <a:pt x="202" y="538"/>
                  <a:pt x="202" y="538"/>
                  <a:pt x="202" y="538"/>
                </a:cubicBezTo>
                <a:cubicBezTo>
                  <a:pt x="202" y="504"/>
                  <a:pt x="202" y="504"/>
                  <a:pt x="202" y="504"/>
                </a:cubicBezTo>
                <a:cubicBezTo>
                  <a:pt x="202" y="502"/>
                  <a:pt x="201" y="499"/>
                  <a:pt x="200" y="497"/>
                </a:cubicBezTo>
                <a:cubicBezTo>
                  <a:pt x="192" y="484"/>
                  <a:pt x="176" y="483"/>
                  <a:pt x="167" y="492"/>
                </a:cubicBezTo>
                <a:cubicBezTo>
                  <a:pt x="84" y="575"/>
                  <a:pt x="84" y="575"/>
                  <a:pt x="84" y="575"/>
                </a:cubicBezTo>
                <a:cubicBezTo>
                  <a:pt x="81" y="578"/>
                  <a:pt x="80" y="583"/>
                  <a:pt x="80" y="587"/>
                </a:cubicBezTo>
                <a:cubicBezTo>
                  <a:pt x="83" y="608"/>
                  <a:pt x="104" y="612"/>
                  <a:pt x="115" y="601"/>
                </a:cubicBezTo>
                <a:cubicBezTo>
                  <a:pt x="161" y="555"/>
                  <a:pt x="161" y="555"/>
                  <a:pt x="161" y="555"/>
                </a:cubicBezTo>
                <a:cubicBezTo>
                  <a:pt x="161" y="589"/>
                  <a:pt x="161" y="589"/>
                  <a:pt x="161" y="589"/>
                </a:cubicBezTo>
                <a:cubicBezTo>
                  <a:pt x="161" y="592"/>
                  <a:pt x="162" y="594"/>
                  <a:pt x="163" y="596"/>
                </a:cubicBezTo>
                <a:cubicBezTo>
                  <a:pt x="171" y="609"/>
                  <a:pt x="187" y="610"/>
                  <a:pt x="196" y="601"/>
                </a:cubicBezTo>
                <a:cubicBezTo>
                  <a:pt x="203" y="594"/>
                  <a:pt x="203" y="594"/>
                  <a:pt x="203" y="594"/>
                </a:cubicBezTo>
                <a:cubicBezTo>
                  <a:pt x="206" y="602"/>
                  <a:pt x="213" y="607"/>
                  <a:pt x="222" y="607"/>
                </a:cubicBezTo>
                <a:cubicBezTo>
                  <a:pt x="266" y="607"/>
                  <a:pt x="266" y="607"/>
                  <a:pt x="266" y="607"/>
                </a:cubicBezTo>
                <a:cubicBezTo>
                  <a:pt x="270" y="607"/>
                  <a:pt x="274" y="605"/>
                  <a:pt x="277" y="602"/>
                </a:cubicBezTo>
                <a:cubicBezTo>
                  <a:pt x="290" y="585"/>
                  <a:pt x="278" y="567"/>
                  <a:pt x="262" y="567"/>
                </a:cubicBezTo>
                <a:close/>
                <a:moveTo>
                  <a:pt x="383" y="403"/>
                </a:moveTo>
                <a:cubicBezTo>
                  <a:pt x="141" y="403"/>
                  <a:pt x="141" y="403"/>
                  <a:pt x="141" y="403"/>
                </a:cubicBezTo>
                <a:cubicBezTo>
                  <a:pt x="130" y="403"/>
                  <a:pt x="121" y="412"/>
                  <a:pt x="121" y="423"/>
                </a:cubicBezTo>
                <a:cubicBezTo>
                  <a:pt x="121" y="434"/>
                  <a:pt x="130" y="443"/>
                  <a:pt x="141" y="443"/>
                </a:cubicBezTo>
                <a:cubicBezTo>
                  <a:pt x="383" y="443"/>
                  <a:pt x="383" y="443"/>
                  <a:pt x="383" y="443"/>
                </a:cubicBezTo>
                <a:cubicBezTo>
                  <a:pt x="394" y="443"/>
                  <a:pt x="403" y="434"/>
                  <a:pt x="403" y="423"/>
                </a:cubicBezTo>
                <a:cubicBezTo>
                  <a:pt x="403" y="412"/>
                  <a:pt x="394" y="403"/>
                  <a:pt x="383" y="403"/>
                </a:cubicBezTo>
                <a:close/>
                <a:moveTo>
                  <a:pt x="343" y="282"/>
                </a:moveTo>
                <a:cubicBezTo>
                  <a:pt x="423" y="282"/>
                  <a:pt x="423" y="282"/>
                  <a:pt x="423" y="282"/>
                </a:cubicBezTo>
                <a:cubicBezTo>
                  <a:pt x="435" y="282"/>
                  <a:pt x="444" y="273"/>
                  <a:pt x="444" y="262"/>
                </a:cubicBezTo>
                <a:cubicBezTo>
                  <a:pt x="444" y="181"/>
                  <a:pt x="444" y="181"/>
                  <a:pt x="444" y="181"/>
                </a:cubicBezTo>
                <a:cubicBezTo>
                  <a:pt x="444" y="170"/>
                  <a:pt x="435" y="161"/>
                  <a:pt x="423" y="161"/>
                </a:cubicBezTo>
                <a:cubicBezTo>
                  <a:pt x="384" y="161"/>
                  <a:pt x="384" y="161"/>
                  <a:pt x="384" y="161"/>
                </a:cubicBezTo>
                <a:cubicBezTo>
                  <a:pt x="373" y="161"/>
                  <a:pt x="364" y="169"/>
                  <a:pt x="363" y="179"/>
                </a:cubicBezTo>
                <a:cubicBezTo>
                  <a:pt x="362" y="191"/>
                  <a:pt x="371" y="201"/>
                  <a:pt x="383" y="201"/>
                </a:cubicBezTo>
                <a:cubicBezTo>
                  <a:pt x="403" y="201"/>
                  <a:pt x="403" y="201"/>
                  <a:pt x="403" y="201"/>
                </a:cubicBezTo>
                <a:cubicBezTo>
                  <a:pt x="403" y="242"/>
                  <a:pt x="403" y="242"/>
                  <a:pt x="403" y="242"/>
                </a:cubicBezTo>
                <a:cubicBezTo>
                  <a:pt x="343" y="242"/>
                  <a:pt x="343" y="242"/>
                  <a:pt x="343" y="242"/>
                </a:cubicBezTo>
                <a:cubicBezTo>
                  <a:pt x="332" y="242"/>
                  <a:pt x="323" y="233"/>
                  <a:pt x="323" y="221"/>
                </a:cubicBezTo>
                <a:cubicBezTo>
                  <a:pt x="323" y="141"/>
                  <a:pt x="323" y="141"/>
                  <a:pt x="323" y="141"/>
                </a:cubicBezTo>
                <a:cubicBezTo>
                  <a:pt x="323" y="130"/>
                  <a:pt x="332" y="121"/>
                  <a:pt x="343" y="121"/>
                </a:cubicBezTo>
                <a:cubicBezTo>
                  <a:pt x="423" y="121"/>
                  <a:pt x="423" y="121"/>
                  <a:pt x="423" y="121"/>
                </a:cubicBezTo>
                <a:cubicBezTo>
                  <a:pt x="433" y="121"/>
                  <a:pt x="442" y="113"/>
                  <a:pt x="443" y="103"/>
                </a:cubicBezTo>
                <a:cubicBezTo>
                  <a:pt x="445" y="91"/>
                  <a:pt x="435" y="80"/>
                  <a:pt x="423" y="80"/>
                </a:cubicBezTo>
                <a:cubicBezTo>
                  <a:pt x="343" y="80"/>
                  <a:pt x="343" y="80"/>
                  <a:pt x="343" y="80"/>
                </a:cubicBezTo>
                <a:cubicBezTo>
                  <a:pt x="309" y="80"/>
                  <a:pt x="282" y="107"/>
                  <a:pt x="282" y="141"/>
                </a:cubicBezTo>
                <a:cubicBezTo>
                  <a:pt x="282" y="221"/>
                  <a:pt x="282" y="221"/>
                  <a:pt x="282" y="221"/>
                </a:cubicBezTo>
                <a:cubicBezTo>
                  <a:pt x="282" y="255"/>
                  <a:pt x="309" y="282"/>
                  <a:pt x="343" y="282"/>
                </a:cubicBezTo>
                <a:close/>
                <a:moveTo>
                  <a:pt x="504" y="0"/>
                </a:moveTo>
                <a:cubicBezTo>
                  <a:pt x="20" y="0"/>
                  <a:pt x="20" y="0"/>
                  <a:pt x="20" y="0"/>
                </a:cubicBezTo>
                <a:cubicBezTo>
                  <a:pt x="9" y="0"/>
                  <a:pt x="0" y="9"/>
                  <a:pt x="0" y="20"/>
                </a:cubicBezTo>
                <a:cubicBezTo>
                  <a:pt x="0" y="668"/>
                  <a:pt x="0" y="668"/>
                  <a:pt x="0" y="668"/>
                </a:cubicBezTo>
                <a:cubicBezTo>
                  <a:pt x="0" y="679"/>
                  <a:pt x="9" y="688"/>
                  <a:pt x="20" y="688"/>
                </a:cubicBezTo>
                <a:cubicBezTo>
                  <a:pt x="51" y="688"/>
                  <a:pt x="383" y="688"/>
                  <a:pt x="383" y="688"/>
                </a:cubicBezTo>
                <a:cubicBezTo>
                  <a:pt x="389" y="688"/>
                  <a:pt x="394" y="685"/>
                  <a:pt x="397" y="682"/>
                </a:cubicBezTo>
                <a:cubicBezTo>
                  <a:pt x="398" y="682"/>
                  <a:pt x="518" y="561"/>
                  <a:pt x="518" y="561"/>
                </a:cubicBezTo>
                <a:cubicBezTo>
                  <a:pt x="522" y="557"/>
                  <a:pt x="524" y="552"/>
                  <a:pt x="524" y="547"/>
                </a:cubicBezTo>
                <a:cubicBezTo>
                  <a:pt x="524" y="20"/>
                  <a:pt x="524" y="20"/>
                  <a:pt x="524" y="20"/>
                </a:cubicBezTo>
                <a:cubicBezTo>
                  <a:pt x="524" y="9"/>
                  <a:pt x="515" y="0"/>
                  <a:pt x="504" y="0"/>
                </a:cubicBezTo>
                <a:close/>
                <a:moveTo>
                  <a:pt x="403" y="619"/>
                </a:moveTo>
                <a:cubicBezTo>
                  <a:pt x="403" y="567"/>
                  <a:pt x="403" y="567"/>
                  <a:pt x="403" y="567"/>
                </a:cubicBezTo>
                <a:cubicBezTo>
                  <a:pt x="455" y="567"/>
                  <a:pt x="455" y="567"/>
                  <a:pt x="455" y="567"/>
                </a:cubicBezTo>
                <a:lnTo>
                  <a:pt x="403" y="619"/>
                </a:lnTo>
                <a:close/>
                <a:moveTo>
                  <a:pt x="484" y="526"/>
                </a:moveTo>
                <a:cubicBezTo>
                  <a:pt x="383" y="526"/>
                  <a:pt x="383" y="526"/>
                  <a:pt x="383" y="526"/>
                </a:cubicBezTo>
                <a:cubicBezTo>
                  <a:pt x="372" y="526"/>
                  <a:pt x="363" y="535"/>
                  <a:pt x="363" y="547"/>
                </a:cubicBezTo>
                <a:cubicBezTo>
                  <a:pt x="363" y="647"/>
                  <a:pt x="363" y="647"/>
                  <a:pt x="363" y="647"/>
                </a:cubicBezTo>
                <a:cubicBezTo>
                  <a:pt x="41" y="647"/>
                  <a:pt x="41" y="647"/>
                  <a:pt x="41" y="647"/>
                </a:cubicBezTo>
                <a:cubicBezTo>
                  <a:pt x="41" y="40"/>
                  <a:pt x="41" y="40"/>
                  <a:pt x="41" y="40"/>
                </a:cubicBezTo>
                <a:cubicBezTo>
                  <a:pt x="484" y="40"/>
                  <a:pt x="484" y="40"/>
                  <a:pt x="484" y="40"/>
                </a:cubicBezTo>
                <a:lnTo>
                  <a:pt x="484" y="526"/>
                </a:lnTo>
                <a:close/>
                <a:moveTo>
                  <a:pt x="182" y="242"/>
                </a:moveTo>
                <a:cubicBezTo>
                  <a:pt x="102" y="242"/>
                  <a:pt x="102" y="242"/>
                  <a:pt x="102" y="242"/>
                </a:cubicBezTo>
                <a:cubicBezTo>
                  <a:pt x="91" y="242"/>
                  <a:pt x="82" y="249"/>
                  <a:pt x="81" y="260"/>
                </a:cubicBezTo>
                <a:cubicBezTo>
                  <a:pt x="80" y="272"/>
                  <a:pt x="89" y="282"/>
                  <a:pt x="101" y="282"/>
                </a:cubicBezTo>
                <a:cubicBezTo>
                  <a:pt x="181" y="282"/>
                  <a:pt x="181" y="282"/>
                  <a:pt x="181" y="282"/>
                </a:cubicBezTo>
                <a:cubicBezTo>
                  <a:pt x="212" y="282"/>
                  <a:pt x="240" y="256"/>
                  <a:pt x="242" y="225"/>
                </a:cubicBezTo>
                <a:cubicBezTo>
                  <a:pt x="244" y="190"/>
                  <a:pt x="216" y="161"/>
                  <a:pt x="182" y="161"/>
                </a:cubicBezTo>
                <a:cubicBezTo>
                  <a:pt x="121" y="161"/>
                  <a:pt x="121" y="161"/>
                  <a:pt x="121" y="161"/>
                </a:cubicBezTo>
                <a:cubicBezTo>
                  <a:pt x="121" y="121"/>
                  <a:pt x="121" y="121"/>
                  <a:pt x="121" y="121"/>
                </a:cubicBezTo>
                <a:cubicBezTo>
                  <a:pt x="221" y="121"/>
                  <a:pt x="221" y="121"/>
                  <a:pt x="221" y="121"/>
                </a:cubicBezTo>
                <a:cubicBezTo>
                  <a:pt x="232" y="121"/>
                  <a:pt x="241" y="113"/>
                  <a:pt x="242" y="103"/>
                </a:cubicBezTo>
                <a:cubicBezTo>
                  <a:pt x="243" y="91"/>
                  <a:pt x="234" y="80"/>
                  <a:pt x="222" y="80"/>
                </a:cubicBezTo>
                <a:cubicBezTo>
                  <a:pt x="101" y="80"/>
                  <a:pt x="101" y="80"/>
                  <a:pt x="101" y="80"/>
                </a:cubicBezTo>
                <a:cubicBezTo>
                  <a:pt x="90" y="80"/>
                  <a:pt x="81" y="89"/>
                  <a:pt x="81" y="101"/>
                </a:cubicBezTo>
                <a:cubicBezTo>
                  <a:pt x="81" y="181"/>
                  <a:pt x="81" y="181"/>
                  <a:pt x="81" y="181"/>
                </a:cubicBezTo>
                <a:cubicBezTo>
                  <a:pt x="81" y="192"/>
                  <a:pt x="90" y="201"/>
                  <a:pt x="101" y="201"/>
                </a:cubicBezTo>
                <a:cubicBezTo>
                  <a:pt x="181" y="201"/>
                  <a:pt x="181" y="201"/>
                  <a:pt x="181" y="201"/>
                </a:cubicBezTo>
                <a:cubicBezTo>
                  <a:pt x="191" y="201"/>
                  <a:pt x="200" y="209"/>
                  <a:pt x="202" y="219"/>
                </a:cubicBezTo>
                <a:cubicBezTo>
                  <a:pt x="203" y="231"/>
                  <a:pt x="193" y="242"/>
                  <a:pt x="182" y="242"/>
                </a:cubicBezTo>
                <a:close/>
                <a:moveTo>
                  <a:pt x="668" y="83"/>
                </a:moveTo>
                <a:cubicBezTo>
                  <a:pt x="587" y="83"/>
                  <a:pt x="587" y="83"/>
                  <a:pt x="587" y="83"/>
                </a:cubicBezTo>
                <a:cubicBezTo>
                  <a:pt x="576" y="83"/>
                  <a:pt x="567" y="92"/>
                  <a:pt x="567" y="103"/>
                </a:cubicBezTo>
                <a:cubicBezTo>
                  <a:pt x="567" y="587"/>
                  <a:pt x="567" y="587"/>
                  <a:pt x="567" y="587"/>
                </a:cubicBezTo>
                <a:cubicBezTo>
                  <a:pt x="567" y="613"/>
                  <a:pt x="584" y="636"/>
                  <a:pt x="607" y="644"/>
                </a:cubicBezTo>
                <a:cubicBezTo>
                  <a:pt x="607" y="667"/>
                  <a:pt x="607" y="667"/>
                  <a:pt x="607" y="667"/>
                </a:cubicBezTo>
                <a:cubicBezTo>
                  <a:pt x="607" y="677"/>
                  <a:pt x="615" y="686"/>
                  <a:pt x="625" y="688"/>
                </a:cubicBezTo>
                <a:cubicBezTo>
                  <a:pt x="637" y="689"/>
                  <a:pt x="648" y="679"/>
                  <a:pt x="648" y="668"/>
                </a:cubicBezTo>
                <a:cubicBezTo>
                  <a:pt x="648" y="644"/>
                  <a:pt x="648" y="644"/>
                  <a:pt x="648" y="644"/>
                </a:cubicBezTo>
                <a:cubicBezTo>
                  <a:pt x="671" y="636"/>
                  <a:pt x="688" y="613"/>
                  <a:pt x="688" y="587"/>
                </a:cubicBezTo>
                <a:cubicBezTo>
                  <a:pt x="688" y="103"/>
                  <a:pt x="688" y="103"/>
                  <a:pt x="688" y="103"/>
                </a:cubicBezTo>
                <a:cubicBezTo>
                  <a:pt x="688" y="92"/>
                  <a:pt x="679" y="83"/>
                  <a:pt x="668" y="83"/>
                </a:cubicBezTo>
                <a:close/>
                <a:moveTo>
                  <a:pt x="648" y="587"/>
                </a:moveTo>
                <a:cubicBezTo>
                  <a:pt x="648" y="599"/>
                  <a:pt x="637" y="608"/>
                  <a:pt x="625" y="607"/>
                </a:cubicBezTo>
                <a:cubicBezTo>
                  <a:pt x="615" y="606"/>
                  <a:pt x="607" y="597"/>
                  <a:pt x="607" y="586"/>
                </a:cubicBezTo>
                <a:cubicBezTo>
                  <a:pt x="607" y="244"/>
                  <a:pt x="607" y="244"/>
                  <a:pt x="607" y="244"/>
                </a:cubicBezTo>
                <a:cubicBezTo>
                  <a:pt x="648" y="244"/>
                  <a:pt x="648" y="244"/>
                  <a:pt x="648" y="244"/>
                </a:cubicBezTo>
                <a:lnTo>
                  <a:pt x="648" y="587"/>
                </a:lnTo>
                <a:close/>
                <a:moveTo>
                  <a:pt x="648" y="204"/>
                </a:moveTo>
                <a:cubicBezTo>
                  <a:pt x="607" y="204"/>
                  <a:pt x="607" y="204"/>
                  <a:pt x="607" y="204"/>
                </a:cubicBezTo>
                <a:cubicBezTo>
                  <a:pt x="607" y="123"/>
                  <a:pt x="607" y="123"/>
                  <a:pt x="607" y="123"/>
                </a:cubicBezTo>
                <a:cubicBezTo>
                  <a:pt x="648" y="123"/>
                  <a:pt x="648" y="123"/>
                  <a:pt x="648" y="123"/>
                </a:cubicBezTo>
                <a:lnTo>
                  <a:pt x="648" y="204"/>
                </a:lnTo>
                <a:close/>
                <a:moveTo>
                  <a:pt x="101" y="363"/>
                </a:moveTo>
                <a:cubicBezTo>
                  <a:pt x="424" y="363"/>
                  <a:pt x="424" y="363"/>
                  <a:pt x="424" y="363"/>
                </a:cubicBezTo>
                <a:cubicBezTo>
                  <a:pt x="435" y="363"/>
                  <a:pt x="444" y="354"/>
                  <a:pt x="444" y="342"/>
                </a:cubicBezTo>
                <a:cubicBezTo>
                  <a:pt x="444" y="331"/>
                  <a:pt x="435" y="322"/>
                  <a:pt x="424" y="322"/>
                </a:cubicBezTo>
                <a:cubicBezTo>
                  <a:pt x="101" y="322"/>
                  <a:pt x="101" y="322"/>
                  <a:pt x="101" y="322"/>
                </a:cubicBezTo>
                <a:cubicBezTo>
                  <a:pt x="90" y="322"/>
                  <a:pt x="81" y="331"/>
                  <a:pt x="81" y="342"/>
                </a:cubicBezTo>
                <a:cubicBezTo>
                  <a:pt x="81" y="354"/>
                  <a:pt x="90" y="363"/>
                  <a:pt x="101" y="363"/>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i="0" sz="1800" u="none" cap="none" strike="noStrike">
              <a:solidFill>
                <a:srgbClr val="000000"/>
              </a:solidFill>
              <a:latin typeface="Times"/>
              <a:ea typeface="Times"/>
              <a:cs typeface="Times"/>
              <a:sym typeface="Time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g32d621a8f7c_0_19"/>
          <p:cNvSpPr txBox="1"/>
          <p:nvPr>
            <p:ph idx="2" type="subTitle"/>
          </p:nvPr>
        </p:nvSpPr>
        <p:spPr>
          <a:xfrm>
            <a:off x="4850563" y="2372250"/>
            <a:ext cx="3132000" cy="453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473" name="Google Shape;473;g32d621a8f7c_0_19"/>
          <p:cNvSpPr txBox="1"/>
          <p:nvPr>
            <p:ph idx="3" type="subTitle"/>
          </p:nvPr>
        </p:nvSpPr>
        <p:spPr>
          <a:xfrm>
            <a:off x="574300" y="1259525"/>
            <a:ext cx="3679200" cy="3241200"/>
          </a:xfrm>
          <a:prstGeom prst="rect">
            <a:avLst/>
          </a:prstGeom>
        </p:spPr>
        <p:txBody>
          <a:bodyPr anchorCtr="0" anchor="t" bIns="91425" lIns="91425" spcFirstLastPara="1" rIns="91425" wrap="square" tIns="91425">
            <a:noAutofit/>
          </a:bodyPr>
          <a:lstStyle/>
          <a:p>
            <a:pPr indent="-323850" lvl="0" marL="457200" marR="0" rtl="0" algn="l">
              <a:lnSpc>
                <a:spcPct val="100000"/>
              </a:lnSpc>
              <a:spcBef>
                <a:spcPts val="0"/>
              </a:spcBef>
              <a:spcAft>
                <a:spcPts val="0"/>
              </a:spcAft>
              <a:buClr>
                <a:schemeClr val="accent6"/>
              </a:buClr>
              <a:buSzPts val="1500"/>
              <a:buFont typeface="Times New Roman"/>
              <a:buChar char="●"/>
            </a:pPr>
            <a:r>
              <a:rPr lang="en" sz="1500">
                <a:solidFill>
                  <a:schemeClr val="accent6"/>
                </a:solidFill>
                <a:latin typeface="Times New Roman"/>
                <a:ea typeface="Times New Roman"/>
                <a:cs typeface="Times New Roman"/>
                <a:sym typeface="Times New Roman"/>
              </a:rPr>
              <a:t>Provides real-time and forecasted weather updates for up to 7 days.</a:t>
            </a:r>
            <a:endParaRPr sz="1500">
              <a:solidFill>
                <a:schemeClr val="accent6"/>
              </a:solidFill>
              <a:latin typeface="Times New Roman"/>
              <a:ea typeface="Times New Roman"/>
              <a:cs typeface="Times New Roman"/>
              <a:sym typeface="Times New Roman"/>
            </a:endParaRPr>
          </a:p>
          <a:p>
            <a:pPr indent="-323850" lvl="0" marL="457200" marR="0" rtl="0" algn="l">
              <a:lnSpc>
                <a:spcPct val="100000"/>
              </a:lnSpc>
              <a:spcBef>
                <a:spcPts val="0"/>
              </a:spcBef>
              <a:spcAft>
                <a:spcPts val="0"/>
              </a:spcAft>
              <a:buClr>
                <a:schemeClr val="accent6"/>
              </a:buClr>
              <a:buSzPts val="1500"/>
              <a:buFont typeface="Times New Roman"/>
              <a:buChar char="●"/>
            </a:pPr>
            <a:r>
              <a:rPr lang="en" sz="1500">
                <a:solidFill>
                  <a:schemeClr val="accent6"/>
                </a:solidFill>
                <a:latin typeface="Times New Roman"/>
                <a:ea typeface="Times New Roman"/>
                <a:cs typeface="Times New Roman"/>
                <a:sym typeface="Times New Roman"/>
              </a:rPr>
              <a:t>Users can select the number of days to view the temperature trends and weather conditions.</a:t>
            </a:r>
            <a:endParaRPr sz="1500">
              <a:solidFill>
                <a:schemeClr val="accent6"/>
              </a:solidFill>
              <a:latin typeface="Times New Roman"/>
              <a:ea typeface="Times New Roman"/>
              <a:cs typeface="Times New Roman"/>
              <a:sym typeface="Times New Roman"/>
            </a:endParaRPr>
          </a:p>
          <a:p>
            <a:pPr indent="-323850" lvl="0" marL="457200" marR="0" rtl="0" algn="l">
              <a:lnSpc>
                <a:spcPct val="100000"/>
              </a:lnSpc>
              <a:spcBef>
                <a:spcPts val="0"/>
              </a:spcBef>
              <a:spcAft>
                <a:spcPts val="0"/>
              </a:spcAft>
              <a:buClr>
                <a:schemeClr val="accent6"/>
              </a:buClr>
              <a:buSzPts val="1500"/>
              <a:buFont typeface="Times New Roman"/>
              <a:buChar char="●"/>
            </a:pPr>
            <a:r>
              <a:rPr lang="en" sz="1500">
                <a:solidFill>
                  <a:schemeClr val="accent6"/>
                </a:solidFill>
                <a:latin typeface="Times New Roman"/>
                <a:ea typeface="Times New Roman"/>
                <a:cs typeface="Times New Roman"/>
                <a:sym typeface="Times New Roman"/>
              </a:rPr>
              <a:t>Helps users plan outdoor activities effectively.</a:t>
            </a:r>
            <a:endParaRPr sz="1500">
              <a:solidFill>
                <a:schemeClr val="accent6"/>
              </a:solidFill>
              <a:latin typeface="Times New Roman"/>
              <a:ea typeface="Times New Roman"/>
              <a:cs typeface="Times New Roman"/>
              <a:sym typeface="Times New Roman"/>
            </a:endParaRPr>
          </a:p>
          <a:p>
            <a:pPr indent="-323850" lvl="0" marL="457200" marR="0" rtl="0" algn="l">
              <a:lnSpc>
                <a:spcPct val="100000"/>
              </a:lnSpc>
              <a:spcBef>
                <a:spcPts val="0"/>
              </a:spcBef>
              <a:spcAft>
                <a:spcPts val="0"/>
              </a:spcAft>
              <a:buClr>
                <a:schemeClr val="accent6"/>
              </a:buClr>
              <a:buSzPts val="1500"/>
              <a:buFont typeface="Times New Roman"/>
              <a:buChar char="●"/>
            </a:pPr>
            <a:r>
              <a:rPr lang="en" sz="1500">
                <a:solidFill>
                  <a:schemeClr val="accent6"/>
                </a:solidFill>
                <a:latin typeface="Times New Roman"/>
                <a:ea typeface="Times New Roman"/>
                <a:cs typeface="Times New Roman"/>
                <a:sym typeface="Times New Roman"/>
              </a:rPr>
              <a:t>Supports travelers and locals with updated weather insights.</a:t>
            </a:r>
            <a:endParaRPr sz="1500">
              <a:solidFill>
                <a:schemeClr val="accent6"/>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None/>
            </a:pPr>
            <a:r>
              <a:t/>
            </a:r>
            <a:endParaRPr sz="1500">
              <a:solidFill>
                <a:schemeClr val="accent6"/>
              </a:solidFill>
              <a:latin typeface="Times New Roman"/>
              <a:ea typeface="Times New Roman"/>
              <a:cs typeface="Times New Roman"/>
              <a:sym typeface="Times New Roman"/>
            </a:endParaRPr>
          </a:p>
        </p:txBody>
      </p:sp>
      <p:sp>
        <p:nvSpPr>
          <p:cNvPr id="474" name="Google Shape;474;g32d621a8f7c_0_19"/>
          <p:cNvSpPr txBox="1"/>
          <p:nvPr>
            <p:ph idx="4" type="subTitle"/>
          </p:nvPr>
        </p:nvSpPr>
        <p:spPr>
          <a:xfrm>
            <a:off x="4850581" y="2823425"/>
            <a:ext cx="3132000" cy="113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475" name="Google Shape;475;g32d621a8f7c_0_19"/>
          <p:cNvSpPr txBox="1"/>
          <p:nvPr>
            <p:ph type="title"/>
          </p:nvPr>
        </p:nvSpPr>
        <p:spPr>
          <a:xfrm>
            <a:off x="473400" y="3955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300">
                <a:latin typeface="Times"/>
                <a:ea typeface="Times"/>
                <a:cs typeface="Times"/>
                <a:sym typeface="Times"/>
              </a:rPr>
              <a:t>Real-time Weather Updates</a:t>
            </a:r>
            <a:endParaRPr b="1" sz="3300">
              <a:latin typeface="Times"/>
              <a:ea typeface="Times"/>
              <a:cs typeface="Times"/>
              <a:sym typeface="Times"/>
            </a:endParaRPr>
          </a:p>
        </p:txBody>
      </p:sp>
      <p:pic>
        <p:nvPicPr>
          <p:cNvPr id="476" name="Google Shape;476;g32d621a8f7c_0_19"/>
          <p:cNvPicPr preferRelativeResize="0"/>
          <p:nvPr/>
        </p:nvPicPr>
        <p:blipFill rotWithShape="1">
          <a:blip r:embed="rId3">
            <a:alphaModFix/>
          </a:blip>
          <a:srcRect b="9067" l="25216" r="24771" t="6657"/>
          <a:stretch/>
        </p:blipFill>
        <p:spPr>
          <a:xfrm>
            <a:off x="4386325" y="1117000"/>
            <a:ext cx="4628500" cy="35262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g32d621a8f7c_0_11"/>
          <p:cNvSpPr txBox="1"/>
          <p:nvPr>
            <p:ph type="title"/>
          </p:nvPr>
        </p:nvSpPr>
        <p:spPr>
          <a:xfrm>
            <a:off x="1811400" y="307575"/>
            <a:ext cx="4915500" cy="69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300">
                <a:latin typeface="Times"/>
                <a:ea typeface="Times"/>
                <a:cs typeface="Times"/>
                <a:sym typeface="Times"/>
              </a:rPr>
              <a:t>Multi-Destination</a:t>
            </a:r>
            <a:r>
              <a:rPr b="1" lang="en" sz="3300">
                <a:latin typeface="Times"/>
                <a:ea typeface="Times"/>
                <a:cs typeface="Times"/>
                <a:sym typeface="Times"/>
              </a:rPr>
              <a:t> Planner</a:t>
            </a:r>
            <a:endParaRPr b="1" sz="3300">
              <a:latin typeface="Times"/>
              <a:ea typeface="Times"/>
              <a:cs typeface="Times"/>
              <a:sym typeface="Times"/>
            </a:endParaRPr>
          </a:p>
        </p:txBody>
      </p:sp>
      <p:sp>
        <p:nvSpPr>
          <p:cNvPr id="482" name="Google Shape;482;g32d621a8f7c_0_11"/>
          <p:cNvSpPr txBox="1"/>
          <p:nvPr/>
        </p:nvSpPr>
        <p:spPr>
          <a:xfrm>
            <a:off x="716700" y="1236625"/>
            <a:ext cx="7498800" cy="338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Archivo"/>
              <a:ea typeface="Archivo"/>
              <a:cs typeface="Archivo"/>
              <a:sym typeface="Archivo"/>
            </a:endParaRPr>
          </a:p>
        </p:txBody>
      </p:sp>
      <p:sp>
        <p:nvSpPr>
          <p:cNvPr id="483" name="Google Shape;483;g32d621a8f7c_0_11"/>
          <p:cNvSpPr txBox="1"/>
          <p:nvPr>
            <p:ph idx="1" type="body"/>
          </p:nvPr>
        </p:nvSpPr>
        <p:spPr>
          <a:xfrm>
            <a:off x="521875" y="1339450"/>
            <a:ext cx="4000500" cy="35733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Char char="●"/>
            </a:pPr>
            <a:r>
              <a:rPr lang="en" sz="1500">
                <a:latin typeface="Times"/>
                <a:ea typeface="Times"/>
                <a:cs typeface="Times"/>
                <a:sym typeface="Times"/>
              </a:rPr>
              <a:t>AI-powered system i</a:t>
            </a:r>
            <a:r>
              <a:rPr lang="en" sz="1500">
                <a:latin typeface="Times"/>
                <a:ea typeface="Times"/>
                <a:cs typeface="Times"/>
                <a:sym typeface="Times"/>
              </a:rPr>
              <a:t>mplementing Google </a:t>
            </a:r>
            <a:r>
              <a:rPr lang="en" sz="1500">
                <a:latin typeface="Times"/>
                <a:ea typeface="Times"/>
                <a:cs typeface="Times"/>
                <a:sym typeface="Times"/>
              </a:rPr>
              <a:t>Maps</a:t>
            </a:r>
            <a:r>
              <a:rPr lang="en" sz="1500">
                <a:latin typeface="Times"/>
                <a:ea typeface="Times"/>
                <a:cs typeface="Times"/>
                <a:sym typeface="Times"/>
              </a:rPr>
              <a:t> API to fetch real-time travel times for up to date routes.</a:t>
            </a:r>
            <a:endParaRPr sz="1500">
              <a:latin typeface="Times"/>
              <a:ea typeface="Times"/>
              <a:cs typeface="Times"/>
              <a:sym typeface="Times"/>
            </a:endParaRPr>
          </a:p>
          <a:p>
            <a:pPr indent="-323850" lvl="0" marL="457200" rtl="0" algn="l">
              <a:lnSpc>
                <a:spcPct val="115000"/>
              </a:lnSpc>
              <a:spcBef>
                <a:spcPts val="0"/>
              </a:spcBef>
              <a:spcAft>
                <a:spcPts val="0"/>
              </a:spcAft>
              <a:buSzPts val="1500"/>
              <a:buFont typeface="Times"/>
              <a:buChar char="●"/>
            </a:pPr>
            <a:r>
              <a:rPr lang="en" sz="1500">
                <a:latin typeface="Times"/>
                <a:ea typeface="Times"/>
                <a:cs typeface="Times"/>
                <a:sym typeface="Times"/>
              </a:rPr>
              <a:t>Used advanced algorithms </a:t>
            </a:r>
            <a:r>
              <a:rPr lang="en" sz="1500">
                <a:latin typeface="Times"/>
                <a:ea typeface="Times"/>
                <a:cs typeface="Times"/>
                <a:sym typeface="Times"/>
              </a:rPr>
              <a:t>Dijkstra's and Traveling Salesman Problem (TSP) to optimize multi-stop routes and calculate best routes based on users’ preferences.</a:t>
            </a:r>
            <a:endParaRPr sz="1500">
              <a:latin typeface="Times"/>
              <a:ea typeface="Times"/>
              <a:cs typeface="Times"/>
              <a:sym typeface="Times"/>
            </a:endParaRPr>
          </a:p>
          <a:p>
            <a:pPr indent="-323850" lvl="0" marL="457200" rtl="0" algn="l">
              <a:lnSpc>
                <a:spcPct val="115000"/>
              </a:lnSpc>
              <a:spcBef>
                <a:spcPts val="0"/>
              </a:spcBef>
              <a:spcAft>
                <a:spcPts val="0"/>
              </a:spcAft>
              <a:buSzPts val="1500"/>
              <a:buFont typeface="Times"/>
              <a:buChar char="●"/>
            </a:pPr>
            <a:r>
              <a:rPr lang="en" sz="1500">
                <a:latin typeface="Times"/>
                <a:ea typeface="Times"/>
                <a:cs typeface="Times"/>
                <a:sym typeface="Times"/>
              </a:rPr>
              <a:t>Interactive visualization with marker for each stop based on transportation, real-time travel times, and informative pop-ups for stop descriptions. </a:t>
            </a:r>
            <a:endParaRPr sz="1500">
              <a:latin typeface="Times"/>
              <a:ea typeface="Times"/>
              <a:cs typeface="Times"/>
              <a:sym typeface="Times"/>
            </a:endParaRPr>
          </a:p>
        </p:txBody>
      </p:sp>
      <p:pic>
        <p:nvPicPr>
          <p:cNvPr id="484" name="Google Shape;484;g32d621a8f7c_0_11"/>
          <p:cNvPicPr preferRelativeResize="0"/>
          <p:nvPr/>
        </p:nvPicPr>
        <p:blipFill>
          <a:blip r:embed="rId3">
            <a:alphaModFix/>
          </a:blip>
          <a:stretch>
            <a:fillRect/>
          </a:stretch>
        </p:blipFill>
        <p:spPr>
          <a:xfrm>
            <a:off x="4626216" y="1003875"/>
            <a:ext cx="4192058" cy="39068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g32d621a8f7c_0_27"/>
          <p:cNvSpPr txBox="1"/>
          <p:nvPr>
            <p:ph idx="3" type="subTitle"/>
          </p:nvPr>
        </p:nvSpPr>
        <p:spPr>
          <a:xfrm>
            <a:off x="413075" y="1104075"/>
            <a:ext cx="2817600" cy="33060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SzPts val="1200"/>
              <a:buFont typeface="Times"/>
              <a:buChar char="●"/>
            </a:pPr>
            <a:r>
              <a:rPr lang="en" sz="1400">
                <a:latin typeface="Times"/>
                <a:ea typeface="Times"/>
                <a:cs typeface="Times"/>
                <a:sym typeface="Times"/>
              </a:rPr>
              <a:t>I</a:t>
            </a:r>
            <a:r>
              <a:rPr lang="en" sz="1400">
                <a:latin typeface="Times"/>
                <a:ea typeface="Times"/>
                <a:cs typeface="Times"/>
                <a:sym typeface="Times"/>
              </a:rPr>
              <a:t>ntegrated real-time exchange rate APIs to provide accurate currency conversion for travelers.</a:t>
            </a:r>
            <a:endParaRPr sz="1400">
              <a:latin typeface="Times"/>
              <a:ea typeface="Times"/>
              <a:cs typeface="Times"/>
              <a:sym typeface="Times"/>
            </a:endParaRPr>
          </a:p>
          <a:p>
            <a:pPr indent="-317500" lvl="0" marL="457200" rtl="0" algn="l">
              <a:lnSpc>
                <a:spcPct val="115000"/>
              </a:lnSpc>
              <a:spcBef>
                <a:spcPts val="0"/>
              </a:spcBef>
              <a:spcAft>
                <a:spcPts val="0"/>
              </a:spcAft>
              <a:buSzPts val="1400"/>
              <a:buFont typeface="Times"/>
              <a:buChar char="●"/>
            </a:pPr>
            <a:r>
              <a:rPr lang="en" sz="1400">
                <a:latin typeface="Times"/>
                <a:ea typeface="Times"/>
                <a:cs typeface="Times"/>
                <a:sym typeface="Times"/>
              </a:rPr>
              <a:t>Supports multiple global currencies, ensuring seamless budgeting and financial planning.</a:t>
            </a:r>
            <a:endParaRPr sz="1400">
              <a:latin typeface="Times"/>
              <a:ea typeface="Times"/>
              <a:cs typeface="Times"/>
              <a:sym typeface="Times"/>
            </a:endParaRPr>
          </a:p>
          <a:p>
            <a:pPr indent="-317500" lvl="0" marL="457200" rtl="0" algn="l">
              <a:lnSpc>
                <a:spcPct val="115000"/>
              </a:lnSpc>
              <a:spcBef>
                <a:spcPts val="0"/>
              </a:spcBef>
              <a:spcAft>
                <a:spcPts val="0"/>
              </a:spcAft>
              <a:buSzPts val="1400"/>
              <a:buFont typeface="Times"/>
              <a:buChar char="●"/>
            </a:pPr>
            <a:r>
              <a:rPr lang="en" sz="1400">
                <a:latin typeface="Times"/>
                <a:ea typeface="Times"/>
                <a:cs typeface="Times"/>
                <a:sym typeface="Times"/>
              </a:rPr>
              <a:t>Includes an offline mode that stores recent exchange rates for use without internet access.</a:t>
            </a:r>
            <a:endParaRPr sz="1400">
              <a:latin typeface="Times"/>
              <a:ea typeface="Times"/>
              <a:cs typeface="Times"/>
              <a:sym typeface="Times"/>
            </a:endParaRPr>
          </a:p>
          <a:p>
            <a:pPr indent="0" lvl="0" marL="0" rtl="0" algn="ctr">
              <a:spcBef>
                <a:spcPts val="1200"/>
              </a:spcBef>
              <a:spcAft>
                <a:spcPts val="0"/>
              </a:spcAft>
              <a:buNone/>
            </a:pPr>
            <a:r>
              <a:t/>
            </a:r>
            <a:endParaRPr sz="1400">
              <a:latin typeface="Times"/>
              <a:ea typeface="Times"/>
              <a:cs typeface="Times"/>
              <a:sym typeface="Times"/>
            </a:endParaRPr>
          </a:p>
        </p:txBody>
      </p:sp>
      <p:sp>
        <p:nvSpPr>
          <p:cNvPr id="490" name="Google Shape;490;g32d621a8f7c_0_27"/>
          <p:cNvSpPr txBox="1"/>
          <p:nvPr>
            <p:ph type="title"/>
          </p:nvPr>
        </p:nvSpPr>
        <p:spPr>
          <a:xfrm>
            <a:off x="720000" y="3747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2400"/>
              <a:buFont typeface="Arial"/>
              <a:buNone/>
            </a:pPr>
            <a:r>
              <a:rPr b="1" lang="en" sz="3300">
                <a:latin typeface="Times"/>
                <a:ea typeface="Times"/>
                <a:cs typeface="Times"/>
                <a:sym typeface="Times"/>
              </a:rPr>
              <a:t>Real-time Currency Converter</a:t>
            </a:r>
            <a:endParaRPr b="1" sz="3300">
              <a:latin typeface="Times"/>
              <a:ea typeface="Times"/>
              <a:cs typeface="Times"/>
              <a:sym typeface="Times"/>
            </a:endParaRPr>
          </a:p>
        </p:txBody>
      </p:sp>
      <p:pic>
        <p:nvPicPr>
          <p:cNvPr id="491" name="Google Shape;491;g32d621a8f7c_0_27"/>
          <p:cNvPicPr preferRelativeResize="0"/>
          <p:nvPr/>
        </p:nvPicPr>
        <p:blipFill>
          <a:blip r:embed="rId3">
            <a:alphaModFix/>
          </a:blip>
          <a:stretch>
            <a:fillRect/>
          </a:stretch>
        </p:blipFill>
        <p:spPr>
          <a:xfrm>
            <a:off x="4525500" y="1180275"/>
            <a:ext cx="3090300" cy="357765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5"/>
          <p:cNvSpPr txBox="1"/>
          <p:nvPr>
            <p:ph type="title"/>
          </p:nvPr>
        </p:nvSpPr>
        <p:spPr>
          <a:xfrm>
            <a:off x="1206675" y="445025"/>
            <a:ext cx="70467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400"/>
              </a:spcAft>
              <a:buSzPts val="3000"/>
              <a:buNone/>
            </a:pPr>
            <a:r>
              <a:rPr b="1" lang="en" sz="2400">
                <a:latin typeface="Times"/>
                <a:ea typeface="Times"/>
                <a:cs typeface="Times"/>
                <a:sym typeface="Times"/>
              </a:rPr>
              <a:t>Difference Between Using ChatGPT and Travuel.AI </a:t>
            </a:r>
            <a:endParaRPr>
              <a:latin typeface="Times"/>
              <a:ea typeface="Times"/>
              <a:cs typeface="Times"/>
              <a:sym typeface="Times"/>
            </a:endParaRPr>
          </a:p>
        </p:txBody>
      </p:sp>
      <p:sp>
        <p:nvSpPr>
          <p:cNvPr id="497" name="Google Shape;497;p5"/>
          <p:cNvSpPr txBox="1"/>
          <p:nvPr>
            <p:ph idx="3" type="subTitle"/>
          </p:nvPr>
        </p:nvSpPr>
        <p:spPr>
          <a:xfrm>
            <a:off x="1206675" y="2213000"/>
            <a:ext cx="3132000" cy="1137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200"/>
              <a:buNone/>
            </a:pPr>
            <a:r>
              <a:rPr lang="en">
                <a:latin typeface="Times"/>
                <a:ea typeface="Times"/>
                <a:cs typeface="Times"/>
                <a:sym typeface="Times"/>
              </a:rPr>
              <a:t>Trained on a broad dataset (web, books, general knowledge).</a:t>
            </a:r>
            <a:endParaRPr>
              <a:latin typeface="Times"/>
              <a:ea typeface="Times"/>
              <a:cs typeface="Times"/>
              <a:sym typeface="Times"/>
            </a:endParaRPr>
          </a:p>
          <a:p>
            <a:pPr indent="0" lvl="0" marL="0" rtl="0" algn="l">
              <a:lnSpc>
                <a:spcPct val="115000"/>
              </a:lnSpc>
              <a:spcBef>
                <a:spcPts val="1200"/>
              </a:spcBef>
              <a:spcAft>
                <a:spcPts val="0"/>
              </a:spcAft>
              <a:buSzPts val="1200"/>
              <a:buNone/>
            </a:pPr>
            <a:r>
              <a:rPr lang="en">
                <a:latin typeface="Times"/>
                <a:ea typeface="Times"/>
                <a:cs typeface="Times"/>
                <a:sym typeface="Times"/>
              </a:rPr>
              <a:t>Provides </a:t>
            </a:r>
            <a:r>
              <a:rPr b="1" lang="en">
                <a:latin typeface="Times"/>
                <a:ea typeface="Times"/>
                <a:cs typeface="Times"/>
                <a:sym typeface="Times"/>
              </a:rPr>
              <a:t>generalized responses</a:t>
            </a:r>
            <a:r>
              <a:rPr lang="en">
                <a:latin typeface="Times"/>
                <a:ea typeface="Times"/>
                <a:cs typeface="Times"/>
                <a:sym typeface="Times"/>
              </a:rPr>
              <a:t> with limited domain-specific accuracy.</a:t>
            </a:r>
            <a:endParaRPr>
              <a:latin typeface="Times"/>
              <a:ea typeface="Times"/>
              <a:cs typeface="Times"/>
              <a:sym typeface="Times"/>
            </a:endParaRPr>
          </a:p>
          <a:p>
            <a:pPr indent="0" lvl="0" marL="0" rtl="0" algn="l">
              <a:lnSpc>
                <a:spcPct val="115000"/>
              </a:lnSpc>
              <a:spcBef>
                <a:spcPts val="1200"/>
              </a:spcBef>
              <a:spcAft>
                <a:spcPts val="0"/>
              </a:spcAft>
              <a:buSzPts val="1200"/>
              <a:buNone/>
            </a:pPr>
            <a:r>
              <a:rPr lang="en">
                <a:latin typeface="Times"/>
                <a:ea typeface="Times"/>
                <a:cs typeface="Times"/>
                <a:sym typeface="Times"/>
              </a:rPr>
              <a:t>Cannot directly </a:t>
            </a:r>
            <a:r>
              <a:rPr b="1" lang="en">
                <a:latin typeface="Times"/>
                <a:ea typeface="Times"/>
                <a:cs typeface="Times"/>
                <a:sym typeface="Times"/>
              </a:rPr>
              <a:t>integrate with external data sources</a:t>
            </a:r>
            <a:r>
              <a:rPr lang="en">
                <a:latin typeface="Times"/>
                <a:ea typeface="Times"/>
                <a:cs typeface="Times"/>
                <a:sym typeface="Times"/>
              </a:rPr>
              <a:t> like live APIs.</a:t>
            </a:r>
            <a:endParaRPr>
              <a:latin typeface="Times"/>
              <a:ea typeface="Times"/>
              <a:cs typeface="Times"/>
              <a:sym typeface="Times"/>
            </a:endParaRPr>
          </a:p>
          <a:p>
            <a:pPr indent="0" lvl="0" marL="0" rtl="0" algn="l">
              <a:lnSpc>
                <a:spcPct val="115000"/>
              </a:lnSpc>
              <a:spcBef>
                <a:spcPts val="1200"/>
              </a:spcBef>
              <a:spcAft>
                <a:spcPts val="0"/>
              </a:spcAft>
              <a:buSzPts val="1200"/>
              <a:buNone/>
            </a:pPr>
            <a:r>
              <a:rPr lang="en">
                <a:latin typeface="Times"/>
                <a:ea typeface="Times"/>
                <a:cs typeface="Times"/>
                <a:sym typeface="Times"/>
              </a:rPr>
              <a:t>Responses rely on </a:t>
            </a:r>
            <a:r>
              <a:rPr b="1" lang="en">
                <a:latin typeface="Times"/>
                <a:ea typeface="Times"/>
                <a:cs typeface="Times"/>
                <a:sym typeface="Times"/>
              </a:rPr>
              <a:t>pre-trained knowledge</a:t>
            </a:r>
            <a:r>
              <a:rPr lang="en">
                <a:latin typeface="Times"/>
                <a:ea typeface="Times"/>
                <a:cs typeface="Times"/>
                <a:sym typeface="Times"/>
              </a:rPr>
              <a:t> </a:t>
            </a:r>
            <a:endParaRPr>
              <a:latin typeface="Times"/>
              <a:ea typeface="Times"/>
              <a:cs typeface="Times"/>
              <a:sym typeface="Times"/>
            </a:endParaRPr>
          </a:p>
          <a:p>
            <a:pPr indent="0" lvl="0" marL="0" rtl="0" algn="ctr">
              <a:lnSpc>
                <a:spcPct val="100000"/>
              </a:lnSpc>
              <a:spcBef>
                <a:spcPts val="1200"/>
              </a:spcBef>
              <a:spcAft>
                <a:spcPts val="0"/>
              </a:spcAft>
              <a:buSzPts val="1200"/>
              <a:buNone/>
            </a:pPr>
            <a:r>
              <a:t/>
            </a:r>
            <a:endParaRPr>
              <a:latin typeface="Times"/>
              <a:ea typeface="Times"/>
              <a:cs typeface="Times"/>
              <a:sym typeface="Times"/>
            </a:endParaRPr>
          </a:p>
        </p:txBody>
      </p:sp>
      <p:sp>
        <p:nvSpPr>
          <p:cNvPr id="498" name="Google Shape;498;p5"/>
          <p:cNvSpPr txBox="1"/>
          <p:nvPr>
            <p:ph idx="1" type="subTitle"/>
          </p:nvPr>
        </p:nvSpPr>
        <p:spPr>
          <a:xfrm>
            <a:off x="1003188" y="1760000"/>
            <a:ext cx="3132000" cy="4530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1700">
                <a:latin typeface="Times"/>
                <a:ea typeface="Times"/>
                <a:cs typeface="Times"/>
                <a:sym typeface="Times"/>
              </a:rPr>
              <a:t>ChatGPT</a:t>
            </a:r>
            <a:endParaRPr sz="1700">
              <a:latin typeface="Times"/>
              <a:ea typeface="Times"/>
              <a:cs typeface="Times"/>
              <a:sym typeface="Times"/>
            </a:endParaRPr>
          </a:p>
        </p:txBody>
      </p:sp>
      <p:sp>
        <p:nvSpPr>
          <p:cNvPr id="499" name="Google Shape;499;p5"/>
          <p:cNvSpPr txBox="1"/>
          <p:nvPr>
            <p:ph idx="2" type="subTitle"/>
          </p:nvPr>
        </p:nvSpPr>
        <p:spPr>
          <a:xfrm>
            <a:off x="4850563" y="1815225"/>
            <a:ext cx="3132000" cy="4530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1700">
                <a:latin typeface="Times"/>
                <a:ea typeface="Times"/>
                <a:cs typeface="Times"/>
                <a:sym typeface="Times"/>
              </a:rPr>
              <a:t>Travel.AI</a:t>
            </a:r>
            <a:endParaRPr sz="1700">
              <a:latin typeface="Times"/>
              <a:ea typeface="Times"/>
              <a:cs typeface="Times"/>
              <a:sym typeface="Times"/>
            </a:endParaRPr>
          </a:p>
        </p:txBody>
      </p:sp>
      <p:sp>
        <p:nvSpPr>
          <p:cNvPr id="500" name="Google Shape;500;p5"/>
          <p:cNvSpPr txBox="1"/>
          <p:nvPr>
            <p:ph idx="4" type="subTitle"/>
          </p:nvPr>
        </p:nvSpPr>
        <p:spPr>
          <a:xfrm>
            <a:off x="5020150" y="2213000"/>
            <a:ext cx="3313200" cy="1137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200"/>
              <a:buNone/>
            </a:pPr>
            <a:r>
              <a:rPr lang="en">
                <a:latin typeface="Times"/>
                <a:ea typeface="Times"/>
                <a:cs typeface="Times"/>
                <a:sym typeface="Times"/>
              </a:rPr>
              <a:t>Uses a </a:t>
            </a:r>
            <a:r>
              <a:rPr b="1" lang="en">
                <a:latin typeface="Times"/>
                <a:ea typeface="Times"/>
                <a:cs typeface="Times"/>
                <a:sym typeface="Times"/>
              </a:rPr>
              <a:t>custom vector database (Pinecone DB)</a:t>
            </a:r>
            <a:r>
              <a:rPr lang="en">
                <a:latin typeface="Times"/>
                <a:ea typeface="Times"/>
                <a:cs typeface="Times"/>
                <a:sym typeface="Times"/>
              </a:rPr>
              <a:t> for </a:t>
            </a:r>
            <a:r>
              <a:rPr b="1" lang="en">
                <a:latin typeface="Times"/>
                <a:ea typeface="Times"/>
                <a:cs typeface="Times"/>
                <a:sym typeface="Times"/>
              </a:rPr>
              <a:t>accurate, real-time</a:t>
            </a:r>
            <a:r>
              <a:rPr lang="en">
                <a:latin typeface="Times"/>
                <a:ea typeface="Times"/>
                <a:cs typeface="Times"/>
                <a:sym typeface="Times"/>
              </a:rPr>
              <a:t> travel recommendations.</a:t>
            </a:r>
            <a:endParaRPr>
              <a:latin typeface="Times"/>
              <a:ea typeface="Times"/>
              <a:cs typeface="Times"/>
              <a:sym typeface="Times"/>
            </a:endParaRPr>
          </a:p>
          <a:p>
            <a:pPr indent="0" lvl="0" marL="0" rtl="0" algn="l">
              <a:lnSpc>
                <a:spcPct val="115000"/>
              </a:lnSpc>
              <a:spcBef>
                <a:spcPts val="1200"/>
              </a:spcBef>
              <a:spcAft>
                <a:spcPts val="0"/>
              </a:spcAft>
              <a:buSzPts val="1200"/>
              <a:buNone/>
            </a:pPr>
            <a:r>
              <a:rPr lang="en">
                <a:latin typeface="Times"/>
                <a:ea typeface="Times"/>
                <a:cs typeface="Times"/>
                <a:sym typeface="Times"/>
              </a:rPr>
              <a:t>Integrates </a:t>
            </a:r>
            <a:r>
              <a:rPr b="1" lang="en">
                <a:latin typeface="Times"/>
                <a:ea typeface="Times"/>
                <a:cs typeface="Times"/>
                <a:sym typeface="Times"/>
              </a:rPr>
              <a:t>live data sources</a:t>
            </a:r>
            <a:r>
              <a:rPr lang="en">
                <a:latin typeface="Times"/>
                <a:ea typeface="Times"/>
                <a:cs typeface="Times"/>
                <a:sym typeface="Times"/>
              </a:rPr>
              <a:t> </a:t>
            </a:r>
            <a:endParaRPr>
              <a:latin typeface="Times"/>
              <a:ea typeface="Times"/>
              <a:cs typeface="Times"/>
              <a:sym typeface="Times"/>
            </a:endParaRPr>
          </a:p>
          <a:p>
            <a:pPr indent="0" lvl="0" marL="0" rtl="0" algn="l">
              <a:lnSpc>
                <a:spcPct val="115000"/>
              </a:lnSpc>
              <a:spcBef>
                <a:spcPts val="1200"/>
              </a:spcBef>
              <a:spcAft>
                <a:spcPts val="0"/>
              </a:spcAft>
              <a:buSzPts val="1200"/>
              <a:buNone/>
            </a:pPr>
            <a:r>
              <a:rPr lang="en">
                <a:latin typeface="Times"/>
                <a:ea typeface="Times"/>
                <a:cs typeface="Times"/>
                <a:sym typeface="Times"/>
              </a:rPr>
              <a:t>Delivers </a:t>
            </a:r>
            <a:r>
              <a:rPr b="1" lang="en">
                <a:latin typeface="Times"/>
                <a:ea typeface="Times"/>
                <a:cs typeface="Times"/>
                <a:sym typeface="Times"/>
              </a:rPr>
              <a:t>highly accurate, structured recommendations</a:t>
            </a:r>
            <a:r>
              <a:rPr lang="en">
                <a:latin typeface="Times"/>
                <a:ea typeface="Times"/>
                <a:cs typeface="Times"/>
                <a:sym typeface="Times"/>
              </a:rPr>
              <a:t> rather than generic responses.</a:t>
            </a:r>
            <a:endParaRPr>
              <a:latin typeface="Times"/>
              <a:ea typeface="Times"/>
              <a:cs typeface="Times"/>
              <a:sym typeface="Times"/>
            </a:endParaRPr>
          </a:p>
          <a:p>
            <a:pPr indent="0" lvl="0" marL="0" rtl="0" algn="ctr">
              <a:lnSpc>
                <a:spcPct val="100000"/>
              </a:lnSpc>
              <a:spcBef>
                <a:spcPts val="1200"/>
              </a:spcBef>
              <a:spcAft>
                <a:spcPts val="0"/>
              </a:spcAft>
              <a:buSzPts val="1200"/>
              <a:buNone/>
            </a:pPr>
            <a:r>
              <a:t/>
            </a:r>
            <a:endParaRPr>
              <a:latin typeface="Times"/>
              <a:ea typeface="Times"/>
              <a:cs typeface="Times"/>
              <a:sym typeface="Times"/>
            </a:endParaRPr>
          </a:p>
        </p:txBody>
      </p:sp>
      <p:sp>
        <p:nvSpPr>
          <p:cNvPr id="501" name="Google Shape;501;p5"/>
          <p:cNvSpPr/>
          <p:nvPr/>
        </p:nvSpPr>
        <p:spPr>
          <a:xfrm>
            <a:off x="2376900" y="1360264"/>
            <a:ext cx="384576" cy="399725"/>
          </a:xfrm>
          <a:custGeom>
            <a:rect b="b" l="l" r="r" t="t"/>
            <a:pathLst>
              <a:path extrusionOk="0" h="688" w="663">
                <a:moveTo>
                  <a:pt x="488" y="146"/>
                </a:moveTo>
                <a:cubicBezTo>
                  <a:pt x="401" y="59"/>
                  <a:pt x="261" y="59"/>
                  <a:pt x="174" y="146"/>
                </a:cubicBezTo>
                <a:cubicBezTo>
                  <a:pt x="133" y="188"/>
                  <a:pt x="110" y="243"/>
                  <a:pt x="110" y="303"/>
                </a:cubicBezTo>
                <a:cubicBezTo>
                  <a:pt x="110" y="362"/>
                  <a:pt x="133" y="417"/>
                  <a:pt x="174" y="459"/>
                </a:cubicBezTo>
                <a:cubicBezTo>
                  <a:pt x="182" y="467"/>
                  <a:pt x="195" y="467"/>
                  <a:pt x="203" y="459"/>
                </a:cubicBezTo>
                <a:cubicBezTo>
                  <a:pt x="211" y="451"/>
                  <a:pt x="211" y="439"/>
                  <a:pt x="203" y="431"/>
                </a:cubicBezTo>
                <a:cubicBezTo>
                  <a:pt x="169" y="397"/>
                  <a:pt x="150" y="351"/>
                  <a:pt x="150" y="303"/>
                </a:cubicBezTo>
                <a:cubicBezTo>
                  <a:pt x="150" y="254"/>
                  <a:pt x="169" y="208"/>
                  <a:pt x="203" y="174"/>
                </a:cubicBezTo>
                <a:cubicBezTo>
                  <a:pt x="274" y="104"/>
                  <a:pt x="389" y="104"/>
                  <a:pt x="459" y="174"/>
                </a:cubicBezTo>
                <a:cubicBezTo>
                  <a:pt x="494" y="208"/>
                  <a:pt x="512" y="254"/>
                  <a:pt x="512" y="303"/>
                </a:cubicBezTo>
                <a:cubicBezTo>
                  <a:pt x="512" y="351"/>
                  <a:pt x="494" y="397"/>
                  <a:pt x="459" y="431"/>
                </a:cubicBezTo>
                <a:cubicBezTo>
                  <a:pt x="452" y="439"/>
                  <a:pt x="452" y="451"/>
                  <a:pt x="459" y="459"/>
                </a:cubicBezTo>
                <a:cubicBezTo>
                  <a:pt x="467" y="467"/>
                  <a:pt x="480" y="467"/>
                  <a:pt x="488" y="459"/>
                </a:cubicBezTo>
                <a:cubicBezTo>
                  <a:pt x="530" y="417"/>
                  <a:pt x="553" y="362"/>
                  <a:pt x="553" y="303"/>
                </a:cubicBezTo>
                <a:cubicBezTo>
                  <a:pt x="553" y="243"/>
                  <a:pt x="530" y="188"/>
                  <a:pt x="488" y="146"/>
                </a:cubicBezTo>
                <a:close/>
                <a:moveTo>
                  <a:pt x="545" y="89"/>
                </a:moveTo>
                <a:cubicBezTo>
                  <a:pt x="488" y="32"/>
                  <a:pt x="412" y="0"/>
                  <a:pt x="331" y="0"/>
                </a:cubicBezTo>
                <a:cubicBezTo>
                  <a:pt x="250" y="0"/>
                  <a:pt x="174" y="32"/>
                  <a:pt x="117" y="89"/>
                </a:cubicBezTo>
                <a:cubicBezTo>
                  <a:pt x="0" y="207"/>
                  <a:pt x="0" y="398"/>
                  <a:pt x="117" y="516"/>
                </a:cubicBezTo>
                <a:cubicBezTo>
                  <a:pt x="125" y="524"/>
                  <a:pt x="138" y="524"/>
                  <a:pt x="146" y="516"/>
                </a:cubicBezTo>
                <a:cubicBezTo>
                  <a:pt x="154" y="508"/>
                  <a:pt x="154" y="496"/>
                  <a:pt x="146" y="488"/>
                </a:cubicBezTo>
                <a:cubicBezTo>
                  <a:pt x="44" y="386"/>
                  <a:pt x="44" y="219"/>
                  <a:pt x="146" y="117"/>
                </a:cubicBezTo>
                <a:cubicBezTo>
                  <a:pt x="195" y="68"/>
                  <a:pt x="261" y="41"/>
                  <a:pt x="331" y="41"/>
                </a:cubicBezTo>
                <a:cubicBezTo>
                  <a:pt x="401" y="41"/>
                  <a:pt x="467" y="68"/>
                  <a:pt x="516" y="117"/>
                </a:cubicBezTo>
                <a:cubicBezTo>
                  <a:pt x="619" y="219"/>
                  <a:pt x="619" y="386"/>
                  <a:pt x="516" y="488"/>
                </a:cubicBezTo>
                <a:cubicBezTo>
                  <a:pt x="509" y="496"/>
                  <a:pt x="509" y="508"/>
                  <a:pt x="516" y="516"/>
                </a:cubicBezTo>
                <a:cubicBezTo>
                  <a:pt x="524" y="524"/>
                  <a:pt x="537" y="524"/>
                  <a:pt x="545" y="516"/>
                </a:cubicBezTo>
                <a:cubicBezTo>
                  <a:pt x="663" y="398"/>
                  <a:pt x="663" y="207"/>
                  <a:pt x="545" y="89"/>
                </a:cubicBezTo>
                <a:close/>
                <a:moveTo>
                  <a:pt x="431" y="203"/>
                </a:moveTo>
                <a:cubicBezTo>
                  <a:pt x="404" y="176"/>
                  <a:pt x="369" y="162"/>
                  <a:pt x="331" y="162"/>
                </a:cubicBezTo>
                <a:cubicBezTo>
                  <a:pt x="293" y="162"/>
                  <a:pt x="258" y="176"/>
                  <a:pt x="231" y="203"/>
                </a:cubicBezTo>
                <a:cubicBezTo>
                  <a:pt x="176" y="258"/>
                  <a:pt x="176" y="347"/>
                  <a:pt x="231" y="402"/>
                </a:cubicBezTo>
                <a:cubicBezTo>
                  <a:pt x="239" y="410"/>
                  <a:pt x="252" y="410"/>
                  <a:pt x="260" y="402"/>
                </a:cubicBezTo>
                <a:cubicBezTo>
                  <a:pt x="268" y="394"/>
                  <a:pt x="268" y="382"/>
                  <a:pt x="260" y="374"/>
                </a:cubicBezTo>
                <a:cubicBezTo>
                  <a:pt x="221" y="334"/>
                  <a:pt x="221" y="271"/>
                  <a:pt x="260" y="231"/>
                </a:cubicBezTo>
                <a:cubicBezTo>
                  <a:pt x="279" y="212"/>
                  <a:pt x="304" y="202"/>
                  <a:pt x="331" y="202"/>
                </a:cubicBezTo>
                <a:cubicBezTo>
                  <a:pt x="358" y="202"/>
                  <a:pt x="383" y="212"/>
                  <a:pt x="402" y="231"/>
                </a:cubicBezTo>
                <a:cubicBezTo>
                  <a:pt x="442" y="271"/>
                  <a:pt x="442" y="334"/>
                  <a:pt x="402" y="374"/>
                </a:cubicBezTo>
                <a:cubicBezTo>
                  <a:pt x="395" y="382"/>
                  <a:pt x="395" y="394"/>
                  <a:pt x="402" y="402"/>
                </a:cubicBezTo>
                <a:cubicBezTo>
                  <a:pt x="410" y="410"/>
                  <a:pt x="423" y="410"/>
                  <a:pt x="431" y="402"/>
                </a:cubicBezTo>
                <a:cubicBezTo>
                  <a:pt x="486" y="347"/>
                  <a:pt x="486" y="258"/>
                  <a:pt x="431" y="203"/>
                </a:cubicBezTo>
                <a:close/>
                <a:moveTo>
                  <a:pt x="392" y="302"/>
                </a:moveTo>
                <a:cubicBezTo>
                  <a:pt x="392" y="268"/>
                  <a:pt x="363" y="240"/>
                  <a:pt x="329" y="242"/>
                </a:cubicBezTo>
                <a:cubicBezTo>
                  <a:pt x="298" y="243"/>
                  <a:pt x="273" y="267"/>
                  <a:pt x="271" y="298"/>
                </a:cubicBezTo>
                <a:cubicBezTo>
                  <a:pt x="269" y="325"/>
                  <a:pt x="285" y="349"/>
                  <a:pt x="309" y="358"/>
                </a:cubicBezTo>
                <a:cubicBezTo>
                  <a:pt x="271" y="665"/>
                  <a:pt x="271" y="665"/>
                  <a:pt x="271" y="665"/>
                </a:cubicBezTo>
                <a:cubicBezTo>
                  <a:pt x="271" y="668"/>
                  <a:pt x="271" y="671"/>
                  <a:pt x="272" y="674"/>
                </a:cubicBezTo>
                <a:cubicBezTo>
                  <a:pt x="274" y="682"/>
                  <a:pt x="282" y="688"/>
                  <a:pt x="291" y="688"/>
                </a:cubicBezTo>
                <a:cubicBezTo>
                  <a:pt x="371" y="688"/>
                  <a:pt x="371" y="688"/>
                  <a:pt x="371" y="688"/>
                </a:cubicBezTo>
                <a:cubicBezTo>
                  <a:pt x="374" y="688"/>
                  <a:pt x="377" y="687"/>
                  <a:pt x="380" y="686"/>
                </a:cubicBezTo>
                <a:cubicBezTo>
                  <a:pt x="388" y="682"/>
                  <a:pt x="393" y="674"/>
                  <a:pt x="391" y="665"/>
                </a:cubicBezTo>
                <a:cubicBezTo>
                  <a:pt x="353" y="358"/>
                  <a:pt x="353" y="358"/>
                  <a:pt x="353" y="358"/>
                </a:cubicBezTo>
                <a:cubicBezTo>
                  <a:pt x="376" y="350"/>
                  <a:pt x="392" y="328"/>
                  <a:pt x="392" y="302"/>
                </a:cubicBezTo>
                <a:close/>
                <a:moveTo>
                  <a:pt x="314" y="648"/>
                </a:moveTo>
                <a:cubicBezTo>
                  <a:pt x="331" y="506"/>
                  <a:pt x="331" y="506"/>
                  <a:pt x="331" y="506"/>
                </a:cubicBezTo>
                <a:cubicBezTo>
                  <a:pt x="349" y="648"/>
                  <a:pt x="349" y="648"/>
                  <a:pt x="349" y="648"/>
                </a:cubicBezTo>
                <a:lnTo>
                  <a:pt x="314" y="648"/>
                </a:lnTo>
                <a:close/>
                <a:moveTo>
                  <a:pt x="331" y="323"/>
                </a:moveTo>
                <a:cubicBezTo>
                  <a:pt x="320" y="323"/>
                  <a:pt x="311" y="314"/>
                  <a:pt x="311" y="303"/>
                </a:cubicBezTo>
                <a:cubicBezTo>
                  <a:pt x="311" y="291"/>
                  <a:pt x="320" y="282"/>
                  <a:pt x="331" y="282"/>
                </a:cubicBezTo>
                <a:cubicBezTo>
                  <a:pt x="342" y="282"/>
                  <a:pt x="351" y="291"/>
                  <a:pt x="351" y="303"/>
                </a:cubicBezTo>
                <a:cubicBezTo>
                  <a:pt x="351" y="314"/>
                  <a:pt x="342" y="323"/>
                  <a:pt x="331" y="323"/>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i="0" sz="1800" u="none" cap="none" strike="noStrike">
              <a:solidFill>
                <a:srgbClr val="000000"/>
              </a:solidFill>
              <a:latin typeface="Times"/>
              <a:ea typeface="Times"/>
              <a:cs typeface="Times"/>
              <a:sym typeface="Times"/>
            </a:endParaRPr>
          </a:p>
        </p:txBody>
      </p:sp>
      <p:sp>
        <p:nvSpPr>
          <p:cNvPr id="502" name="Google Shape;502;p5"/>
          <p:cNvSpPr/>
          <p:nvPr/>
        </p:nvSpPr>
        <p:spPr>
          <a:xfrm>
            <a:off x="6184162" y="1415500"/>
            <a:ext cx="464826" cy="399725"/>
          </a:xfrm>
          <a:custGeom>
            <a:rect b="b" l="l" r="r" t="t"/>
            <a:pathLst>
              <a:path extrusionOk="0" h="688" w="655">
                <a:moveTo>
                  <a:pt x="227" y="365"/>
                </a:moveTo>
                <a:cubicBezTo>
                  <a:pt x="227" y="404"/>
                  <a:pt x="227" y="404"/>
                  <a:pt x="227" y="404"/>
                </a:cubicBezTo>
                <a:cubicBezTo>
                  <a:pt x="227" y="414"/>
                  <a:pt x="235" y="423"/>
                  <a:pt x="245" y="425"/>
                </a:cubicBezTo>
                <a:cubicBezTo>
                  <a:pt x="257" y="426"/>
                  <a:pt x="267" y="416"/>
                  <a:pt x="267" y="405"/>
                </a:cubicBezTo>
                <a:cubicBezTo>
                  <a:pt x="267" y="364"/>
                  <a:pt x="267" y="364"/>
                  <a:pt x="267" y="364"/>
                </a:cubicBezTo>
                <a:cubicBezTo>
                  <a:pt x="267" y="352"/>
                  <a:pt x="257" y="343"/>
                  <a:pt x="245" y="344"/>
                </a:cubicBezTo>
                <a:cubicBezTo>
                  <a:pt x="235" y="345"/>
                  <a:pt x="227" y="354"/>
                  <a:pt x="227" y="365"/>
                </a:cubicBezTo>
                <a:close/>
                <a:moveTo>
                  <a:pt x="596" y="344"/>
                </a:moveTo>
                <a:cubicBezTo>
                  <a:pt x="631" y="293"/>
                  <a:pt x="655" y="227"/>
                  <a:pt x="624" y="173"/>
                </a:cubicBezTo>
                <a:cubicBezTo>
                  <a:pt x="593" y="119"/>
                  <a:pt x="524" y="107"/>
                  <a:pt x="462" y="112"/>
                </a:cubicBezTo>
                <a:cubicBezTo>
                  <a:pt x="435" y="55"/>
                  <a:pt x="390" y="0"/>
                  <a:pt x="327" y="0"/>
                </a:cubicBezTo>
                <a:cubicBezTo>
                  <a:pt x="265" y="0"/>
                  <a:pt x="220" y="55"/>
                  <a:pt x="193" y="112"/>
                </a:cubicBezTo>
                <a:cubicBezTo>
                  <a:pt x="131" y="107"/>
                  <a:pt x="62" y="119"/>
                  <a:pt x="31" y="173"/>
                </a:cubicBezTo>
                <a:cubicBezTo>
                  <a:pt x="0" y="227"/>
                  <a:pt x="24" y="293"/>
                  <a:pt x="59" y="344"/>
                </a:cubicBezTo>
                <a:cubicBezTo>
                  <a:pt x="24" y="396"/>
                  <a:pt x="0" y="462"/>
                  <a:pt x="31" y="515"/>
                </a:cubicBezTo>
                <a:cubicBezTo>
                  <a:pt x="62" y="569"/>
                  <a:pt x="131" y="581"/>
                  <a:pt x="193" y="577"/>
                </a:cubicBezTo>
                <a:cubicBezTo>
                  <a:pt x="220" y="633"/>
                  <a:pt x="265" y="688"/>
                  <a:pt x="327" y="688"/>
                </a:cubicBezTo>
                <a:cubicBezTo>
                  <a:pt x="390" y="688"/>
                  <a:pt x="435" y="633"/>
                  <a:pt x="462" y="577"/>
                </a:cubicBezTo>
                <a:cubicBezTo>
                  <a:pt x="524" y="581"/>
                  <a:pt x="593" y="569"/>
                  <a:pt x="624" y="515"/>
                </a:cubicBezTo>
                <a:cubicBezTo>
                  <a:pt x="655" y="462"/>
                  <a:pt x="631" y="396"/>
                  <a:pt x="596" y="344"/>
                </a:cubicBezTo>
                <a:close/>
                <a:moveTo>
                  <a:pt x="453" y="209"/>
                </a:moveTo>
                <a:cubicBezTo>
                  <a:pt x="442" y="201"/>
                  <a:pt x="430" y="194"/>
                  <a:pt x="418" y="187"/>
                </a:cubicBezTo>
                <a:cubicBezTo>
                  <a:pt x="406" y="180"/>
                  <a:pt x="394" y="174"/>
                  <a:pt x="382" y="168"/>
                </a:cubicBezTo>
                <a:cubicBezTo>
                  <a:pt x="400" y="162"/>
                  <a:pt x="419" y="158"/>
                  <a:pt x="437" y="155"/>
                </a:cubicBezTo>
                <a:cubicBezTo>
                  <a:pt x="443" y="172"/>
                  <a:pt x="449" y="190"/>
                  <a:pt x="453" y="209"/>
                </a:cubicBezTo>
                <a:close/>
                <a:moveTo>
                  <a:pt x="327" y="40"/>
                </a:moveTo>
                <a:cubicBezTo>
                  <a:pt x="360" y="40"/>
                  <a:pt x="393" y="68"/>
                  <a:pt x="419" y="117"/>
                </a:cubicBezTo>
                <a:cubicBezTo>
                  <a:pt x="390" y="123"/>
                  <a:pt x="359" y="132"/>
                  <a:pt x="327" y="144"/>
                </a:cubicBezTo>
                <a:cubicBezTo>
                  <a:pt x="296" y="132"/>
                  <a:pt x="265" y="123"/>
                  <a:pt x="235" y="117"/>
                </a:cubicBezTo>
                <a:cubicBezTo>
                  <a:pt x="261" y="68"/>
                  <a:pt x="294" y="40"/>
                  <a:pt x="327" y="40"/>
                </a:cubicBezTo>
                <a:close/>
                <a:moveTo>
                  <a:pt x="218" y="155"/>
                </a:moveTo>
                <a:cubicBezTo>
                  <a:pt x="236" y="158"/>
                  <a:pt x="254" y="162"/>
                  <a:pt x="273" y="168"/>
                </a:cubicBezTo>
                <a:cubicBezTo>
                  <a:pt x="261" y="174"/>
                  <a:pt x="249" y="180"/>
                  <a:pt x="237" y="187"/>
                </a:cubicBezTo>
                <a:cubicBezTo>
                  <a:pt x="225" y="194"/>
                  <a:pt x="213" y="201"/>
                  <a:pt x="202" y="209"/>
                </a:cubicBezTo>
                <a:cubicBezTo>
                  <a:pt x="206" y="190"/>
                  <a:pt x="212" y="172"/>
                  <a:pt x="218" y="155"/>
                </a:cubicBezTo>
                <a:close/>
                <a:moveTo>
                  <a:pt x="66" y="495"/>
                </a:moveTo>
                <a:cubicBezTo>
                  <a:pt x="49" y="467"/>
                  <a:pt x="56" y="424"/>
                  <a:pt x="85" y="378"/>
                </a:cubicBezTo>
                <a:cubicBezTo>
                  <a:pt x="104" y="401"/>
                  <a:pt x="128" y="423"/>
                  <a:pt x="154" y="444"/>
                </a:cubicBezTo>
                <a:cubicBezTo>
                  <a:pt x="159" y="477"/>
                  <a:pt x="166" y="509"/>
                  <a:pt x="177" y="537"/>
                </a:cubicBezTo>
                <a:cubicBezTo>
                  <a:pt x="122" y="539"/>
                  <a:pt x="82" y="524"/>
                  <a:pt x="66" y="495"/>
                </a:cubicBezTo>
                <a:close/>
                <a:moveTo>
                  <a:pt x="147" y="385"/>
                </a:moveTo>
                <a:cubicBezTo>
                  <a:pt x="133" y="372"/>
                  <a:pt x="120" y="358"/>
                  <a:pt x="109" y="344"/>
                </a:cubicBezTo>
                <a:cubicBezTo>
                  <a:pt x="120" y="330"/>
                  <a:pt x="133" y="316"/>
                  <a:pt x="147" y="303"/>
                </a:cubicBezTo>
                <a:cubicBezTo>
                  <a:pt x="146" y="316"/>
                  <a:pt x="146" y="330"/>
                  <a:pt x="146" y="344"/>
                </a:cubicBezTo>
                <a:cubicBezTo>
                  <a:pt x="146" y="358"/>
                  <a:pt x="146" y="372"/>
                  <a:pt x="147" y="385"/>
                </a:cubicBezTo>
                <a:close/>
                <a:moveTo>
                  <a:pt x="154" y="244"/>
                </a:moveTo>
                <a:cubicBezTo>
                  <a:pt x="128" y="265"/>
                  <a:pt x="104" y="287"/>
                  <a:pt x="85" y="310"/>
                </a:cubicBezTo>
                <a:cubicBezTo>
                  <a:pt x="56" y="264"/>
                  <a:pt x="49" y="221"/>
                  <a:pt x="66" y="193"/>
                </a:cubicBezTo>
                <a:cubicBezTo>
                  <a:pt x="86" y="158"/>
                  <a:pt x="136" y="150"/>
                  <a:pt x="177" y="151"/>
                </a:cubicBezTo>
                <a:cubicBezTo>
                  <a:pt x="166" y="180"/>
                  <a:pt x="159" y="211"/>
                  <a:pt x="154" y="244"/>
                </a:cubicBezTo>
                <a:close/>
                <a:moveTo>
                  <a:pt x="202" y="479"/>
                </a:moveTo>
                <a:cubicBezTo>
                  <a:pt x="213" y="487"/>
                  <a:pt x="225" y="494"/>
                  <a:pt x="237" y="501"/>
                </a:cubicBezTo>
                <a:cubicBezTo>
                  <a:pt x="249" y="508"/>
                  <a:pt x="261" y="515"/>
                  <a:pt x="273" y="521"/>
                </a:cubicBezTo>
                <a:cubicBezTo>
                  <a:pt x="254" y="526"/>
                  <a:pt x="236" y="530"/>
                  <a:pt x="218" y="533"/>
                </a:cubicBezTo>
                <a:cubicBezTo>
                  <a:pt x="212" y="516"/>
                  <a:pt x="206" y="498"/>
                  <a:pt x="202" y="479"/>
                </a:cubicBezTo>
                <a:close/>
                <a:moveTo>
                  <a:pt x="327" y="648"/>
                </a:moveTo>
                <a:cubicBezTo>
                  <a:pt x="294" y="648"/>
                  <a:pt x="261" y="620"/>
                  <a:pt x="235" y="571"/>
                </a:cubicBezTo>
                <a:cubicBezTo>
                  <a:pt x="265" y="566"/>
                  <a:pt x="296" y="557"/>
                  <a:pt x="327" y="545"/>
                </a:cubicBezTo>
                <a:cubicBezTo>
                  <a:pt x="359" y="557"/>
                  <a:pt x="390" y="566"/>
                  <a:pt x="419" y="571"/>
                </a:cubicBezTo>
                <a:cubicBezTo>
                  <a:pt x="393" y="620"/>
                  <a:pt x="360" y="648"/>
                  <a:pt x="327" y="648"/>
                </a:cubicBezTo>
                <a:close/>
                <a:moveTo>
                  <a:pt x="437" y="533"/>
                </a:moveTo>
                <a:cubicBezTo>
                  <a:pt x="419" y="530"/>
                  <a:pt x="400" y="526"/>
                  <a:pt x="382" y="521"/>
                </a:cubicBezTo>
                <a:cubicBezTo>
                  <a:pt x="394" y="515"/>
                  <a:pt x="406" y="508"/>
                  <a:pt x="418" y="501"/>
                </a:cubicBezTo>
                <a:cubicBezTo>
                  <a:pt x="430" y="494"/>
                  <a:pt x="442" y="487"/>
                  <a:pt x="453" y="479"/>
                </a:cubicBezTo>
                <a:cubicBezTo>
                  <a:pt x="449" y="498"/>
                  <a:pt x="443" y="516"/>
                  <a:pt x="437" y="533"/>
                </a:cubicBezTo>
                <a:close/>
                <a:moveTo>
                  <a:pt x="463" y="423"/>
                </a:moveTo>
                <a:cubicBezTo>
                  <a:pt x="443" y="438"/>
                  <a:pt x="421" y="453"/>
                  <a:pt x="398" y="466"/>
                </a:cubicBezTo>
                <a:cubicBezTo>
                  <a:pt x="375" y="480"/>
                  <a:pt x="351" y="491"/>
                  <a:pt x="327" y="501"/>
                </a:cubicBezTo>
                <a:cubicBezTo>
                  <a:pt x="304" y="491"/>
                  <a:pt x="280" y="480"/>
                  <a:pt x="257" y="466"/>
                </a:cubicBezTo>
                <a:cubicBezTo>
                  <a:pt x="233" y="453"/>
                  <a:pt x="211" y="438"/>
                  <a:pt x="191" y="423"/>
                </a:cubicBezTo>
                <a:cubicBezTo>
                  <a:pt x="188" y="397"/>
                  <a:pt x="186" y="371"/>
                  <a:pt x="186" y="344"/>
                </a:cubicBezTo>
                <a:cubicBezTo>
                  <a:pt x="186" y="317"/>
                  <a:pt x="188" y="291"/>
                  <a:pt x="191" y="266"/>
                </a:cubicBezTo>
                <a:cubicBezTo>
                  <a:pt x="211" y="250"/>
                  <a:pt x="233" y="235"/>
                  <a:pt x="257" y="222"/>
                </a:cubicBezTo>
                <a:cubicBezTo>
                  <a:pt x="280" y="208"/>
                  <a:pt x="304" y="197"/>
                  <a:pt x="327" y="187"/>
                </a:cubicBezTo>
                <a:cubicBezTo>
                  <a:pt x="351" y="197"/>
                  <a:pt x="375" y="208"/>
                  <a:pt x="398" y="222"/>
                </a:cubicBezTo>
                <a:cubicBezTo>
                  <a:pt x="421" y="235"/>
                  <a:pt x="443" y="250"/>
                  <a:pt x="463" y="266"/>
                </a:cubicBezTo>
                <a:cubicBezTo>
                  <a:pt x="467" y="291"/>
                  <a:pt x="468" y="317"/>
                  <a:pt x="468" y="344"/>
                </a:cubicBezTo>
                <a:cubicBezTo>
                  <a:pt x="468" y="371"/>
                  <a:pt x="467" y="397"/>
                  <a:pt x="463" y="423"/>
                </a:cubicBezTo>
                <a:close/>
                <a:moveTo>
                  <a:pt x="589" y="193"/>
                </a:moveTo>
                <a:cubicBezTo>
                  <a:pt x="605" y="221"/>
                  <a:pt x="598" y="264"/>
                  <a:pt x="570" y="310"/>
                </a:cubicBezTo>
                <a:cubicBezTo>
                  <a:pt x="550" y="287"/>
                  <a:pt x="527" y="265"/>
                  <a:pt x="501" y="244"/>
                </a:cubicBezTo>
                <a:cubicBezTo>
                  <a:pt x="496" y="211"/>
                  <a:pt x="488" y="180"/>
                  <a:pt x="478" y="151"/>
                </a:cubicBezTo>
                <a:cubicBezTo>
                  <a:pt x="519" y="150"/>
                  <a:pt x="569" y="158"/>
                  <a:pt x="589" y="193"/>
                </a:cubicBezTo>
                <a:close/>
                <a:moveTo>
                  <a:pt x="507" y="303"/>
                </a:moveTo>
                <a:cubicBezTo>
                  <a:pt x="521" y="316"/>
                  <a:pt x="534" y="330"/>
                  <a:pt x="546" y="344"/>
                </a:cubicBezTo>
                <a:cubicBezTo>
                  <a:pt x="534" y="358"/>
                  <a:pt x="521" y="372"/>
                  <a:pt x="507" y="385"/>
                </a:cubicBezTo>
                <a:cubicBezTo>
                  <a:pt x="508" y="372"/>
                  <a:pt x="509" y="358"/>
                  <a:pt x="509" y="344"/>
                </a:cubicBezTo>
                <a:cubicBezTo>
                  <a:pt x="509" y="330"/>
                  <a:pt x="508" y="316"/>
                  <a:pt x="507" y="303"/>
                </a:cubicBezTo>
                <a:close/>
                <a:moveTo>
                  <a:pt x="589" y="495"/>
                </a:moveTo>
                <a:cubicBezTo>
                  <a:pt x="573" y="524"/>
                  <a:pt x="533" y="539"/>
                  <a:pt x="478" y="537"/>
                </a:cubicBezTo>
                <a:cubicBezTo>
                  <a:pt x="488" y="509"/>
                  <a:pt x="496" y="477"/>
                  <a:pt x="501" y="444"/>
                </a:cubicBezTo>
                <a:cubicBezTo>
                  <a:pt x="527" y="423"/>
                  <a:pt x="550" y="401"/>
                  <a:pt x="570" y="378"/>
                </a:cubicBezTo>
                <a:cubicBezTo>
                  <a:pt x="598" y="424"/>
                  <a:pt x="605" y="467"/>
                  <a:pt x="589" y="495"/>
                </a:cubicBezTo>
                <a:close/>
                <a:moveTo>
                  <a:pt x="388" y="284"/>
                </a:moveTo>
                <a:cubicBezTo>
                  <a:pt x="388" y="404"/>
                  <a:pt x="388" y="404"/>
                  <a:pt x="388" y="404"/>
                </a:cubicBezTo>
                <a:cubicBezTo>
                  <a:pt x="388" y="414"/>
                  <a:pt x="396" y="423"/>
                  <a:pt x="406" y="425"/>
                </a:cubicBezTo>
                <a:cubicBezTo>
                  <a:pt x="418" y="426"/>
                  <a:pt x="429" y="416"/>
                  <a:pt x="429" y="405"/>
                </a:cubicBezTo>
                <a:cubicBezTo>
                  <a:pt x="429" y="284"/>
                  <a:pt x="429" y="284"/>
                  <a:pt x="429" y="284"/>
                </a:cubicBezTo>
                <a:cubicBezTo>
                  <a:pt x="429" y="272"/>
                  <a:pt x="418" y="262"/>
                  <a:pt x="406" y="264"/>
                </a:cubicBezTo>
                <a:cubicBezTo>
                  <a:pt x="396" y="265"/>
                  <a:pt x="388" y="274"/>
                  <a:pt x="388" y="284"/>
                </a:cubicBezTo>
                <a:close/>
                <a:moveTo>
                  <a:pt x="308" y="324"/>
                </a:moveTo>
                <a:cubicBezTo>
                  <a:pt x="308" y="404"/>
                  <a:pt x="308" y="404"/>
                  <a:pt x="308" y="404"/>
                </a:cubicBezTo>
                <a:cubicBezTo>
                  <a:pt x="308" y="414"/>
                  <a:pt x="315" y="423"/>
                  <a:pt x="325" y="425"/>
                </a:cubicBezTo>
                <a:cubicBezTo>
                  <a:pt x="338" y="426"/>
                  <a:pt x="348" y="416"/>
                  <a:pt x="348" y="405"/>
                </a:cubicBezTo>
                <a:cubicBezTo>
                  <a:pt x="348" y="324"/>
                  <a:pt x="348" y="324"/>
                  <a:pt x="348" y="324"/>
                </a:cubicBezTo>
                <a:cubicBezTo>
                  <a:pt x="348" y="312"/>
                  <a:pt x="338" y="303"/>
                  <a:pt x="325" y="304"/>
                </a:cubicBezTo>
                <a:cubicBezTo>
                  <a:pt x="315" y="305"/>
                  <a:pt x="308" y="314"/>
                  <a:pt x="308" y="324"/>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i="0" sz="1800" u="none" cap="none" strike="noStrike">
              <a:solidFill>
                <a:srgbClr val="000000"/>
              </a:solidFill>
              <a:latin typeface="Times"/>
              <a:ea typeface="Times"/>
              <a:cs typeface="Times"/>
              <a:sym typeface="Time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g32d621a8f7c_0_0"/>
          <p:cNvSpPr txBox="1"/>
          <p:nvPr>
            <p:ph type="title"/>
          </p:nvPr>
        </p:nvSpPr>
        <p:spPr>
          <a:xfrm>
            <a:off x="4572050" y="2229450"/>
            <a:ext cx="4302000" cy="14607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5000"/>
              <a:buNone/>
            </a:pPr>
            <a:r>
              <a:rPr b="1" lang="en">
                <a:latin typeface="Times"/>
                <a:ea typeface="Times"/>
                <a:cs typeface="Times"/>
                <a:sym typeface="Times"/>
              </a:rPr>
              <a:t>Demo</a:t>
            </a:r>
            <a:endParaRPr b="1">
              <a:latin typeface="Times"/>
              <a:ea typeface="Times"/>
              <a:cs typeface="Times"/>
              <a:sym typeface="Times"/>
            </a:endParaRPr>
          </a:p>
          <a:p>
            <a:pPr indent="0" lvl="0" marL="0" rtl="0" algn="ctr">
              <a:lnSpc>
                <a:spcPct val="100000"/>
              </a:lnSpc>
              <a:spcBef>
                <a:spcPts val="0"/>
              </a:spcBef>
              <a:spcAft>
                <a:spcPts val="0"/>
              </a:spcAft>
              <a:buSzPts val="5000"/>
              <a:buNone/>
            </a:pPr>
            <a:r>
              <a:t/>
            </a:r>
            <a:endParaRPr>
              <a:latin typeface="Times"/>
              <a:ea typeface="Times"/>
              <a:cs typeface="Times"/>
              <a:sym typeface="Times"/>
            </a:endParaRPr>
          </a:p>
        </p:txBody>
      </p:sp>
      <p:sp>
        <p:nvSpPr>
          <p:cNvPr id="508" name="Google Shape;508;g32d621a8f7c_0_0"/>
          <p:cNvSpPr txBox="1"/>
          <p:nvPr>
            <p:ph idx="2" type="title"/>
          </p:nvPr>
        </p:nvSpPr>
        <p:spPr>
          <a:xfrm>
            <a:off x="6956376" y="1453350"/>
            <a:ext cx="1472400" cy="7761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6000"/>
              <a:buNone/>
            </a:pPr>
            <a:r>
              <a:rPr lang="en">
                <a:latin typeface="Times"/>
                <a:ea typeface="Times"/>
                <a:cs typeface="Times"/>
                <a:sym typeface="Times"/>
              </a:rPr>
              <a:t>05</a:t>
            </a:r>
            <a:endParaRPr>
              <a:latin typeface="Times"/>
              <a:ea typeface="Times"/>
              <a:cs typeface="Times"/>
              <a:sym typeface="Times"/>
            </a:endParaRPr>
          </a:p>
        </p:txBody>
      </p:sp>
      <p:grpSp>
        <p:nvGrpSpPr>
          <p:cNvPr id="509" name="Google Shape;509;g32d621a8f7c_0_0"/>
          <p:cNvGrpSpPr/>
          <p:nvPr/>
        </p:nvGrpSpPr>
        <p:grpSpPr>
          <a:xfrm>
            <a:off x="998924" y="341050"/>
            <a:ext cx="3277478" cy="4461401"/>
            <a:chOff x="998924" y="341050"/>
            <a:chExt cx="3277478" cy="4461401"/>
          </a:xfrm>
        </p:grpSpPr>
        <p:pic>
          <p:nvPicPr>
            <p:cNvPr id="510" name="Google Shape;510;g32d621a8f7c_0_0"/>
            <p:cNvPicPr preferRelativeResize="0"/>
            <p:nvPr/>
          </p:nvPicPr>
          <p:blipFill rotWithShape="1">
            <a:blip r:embed="rId3">
              <a:alphaModFix/>
            </a:blip>
            <a:srcRect b="0" l="0" r="0" t="0"/>
            <a:stretch/>
          </p:blipFill>
          <p:spPr>
            <a:xfrm>
              <a:off x="3078325" y="341050"/>
              <a:ext cx="1132700" cy="1132700"/>
            </a:xfrm>
            <a:prstGeom prst="rect">
              <a:avLst/>
            </a:prstGeom>
            <a:noFill/>
            <a:ln>
              <a:noFill/>
            </a:ln>
          </p:spPr>
        </p:pic>
        <p:pic>
          <p:nvPicPr>
            <p:cNvPr id="511" name="Google Shape;511;g32d621a8f7c_0_0"/>
            <p:cNvPicPr preferRelativeResize="0"/>
            <p:nvPr/>
          </p:nvPicPr>
          <p:blipFill rotWithShape="1">
            <a:blip r:embed="rId4">
              <a:alphaModFix/>
            </a:blip>
            <a:srcRect b="0" l="0" r="0" t="0"/>
            <a:stretch/>
          </p:blipFill>
          <p:spPr>
            <a:xfrm>
              <a:off x="998924" y="1030975"/>
              <a:ext cx="3212100" cy="3212100"/>
            </a:xfrm>
            <a:prstGeom prst="rect">
              <a:avLst/>
            </a:prstGeom>
            <a:noFill/>
            <a:ln>
              <a:noFill/>
            </a:ln>
          </p:spPr>
        </p:pic>
        <p:grpSp>
          <p:nvGrpSpPr>
            <p:cNvPr id="512" name="Google Shape;512;g32d621a8f7c_0_0"/>
            <p:cNvGrpSpPr/>
            <p:nvPr/>
          </p:nvGrpSpPr>
          <p:grpSpPr>
            <a:xfrm>
              <a:off x="2606877" y="3132926"/>
              <a:ext cx="1669525" cy="1669525"/>
              <a:chOff x="2704540" y="2630250"/>
              <a:chExt cx="873000" cy="873000"/>
            </a:xfrm>
          </p:grpSpPr>
          <p:pic>
            <p:nvPicPr>
              <p:cNvPr id="513" name="Google Shape;513;g32d621a8f7c_0_0"/>
              <p:cNvPicPr preferRelativeResize="0"/>
              <p:nvPr/>
            </p:nvPicPr>
            <p:blipFill rotWithShape="1">
              <a:blip r:embed="rId4">
                <a:alphaModFix/>
              </a:blip>
              <a:srcRect b="3375" l="3366" r="3375" t="3366"/>
              <a:stretch/>
            </p:blipFill>
            <p:spPr>
              <a:xfrm>
                <a:off x="2704540" y="2630250"/>
                <a:ext cx="873000" cy="873000"/>
              </a:xfrm>
              <a:prstGeom prst="ellipse">
                <a:avLst/>
              </a:prstGeom>
              <a:noFill/>
              <a:ln>
                <a:noFill/>
              </a:ln>
            </p:spPr>
          </p:pic>
          <p:sp>
            <p:nvSpPr>
              <p:cNvPr id="514" name="Google Shape;514;g32d621a8f7c_0_0"/>
              <p:cNvSpPr/>
              <p:nvPr/>
            </p:nvSpPr>
            <p:spPr>
              <a:xfrm>
                <a:off x="2720287" y="2646050"/>
                <a:ext cx="841500" cy="8415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20"/>
          <p:cNvSpPr txBox="1"/>
          <p:nvPr>
            <p:ph idx="1" type="subTitle"/>
          </p:nvPr>
        </p:nvSpPr>
        <p:spPr>
          <a:xfrm>
            <a:off x="2382300" y="2690900"/>
            <a:ext cx="4379400" cy="4641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200"/>
              <a:buNone/>
            </a:pPr>
            <a:r>
              <a:rPr b="1" lang="en" sz="1400">
                <a:latin typeface="Times"/>
                <a:ea typeface="Times"/>
                <a:cs typeface="Times"/>
                <a:sym typeface="Times"/>
              </a:rPr>
              <a:t>Does anyone have any questions?</a:t>
            </a:r>
            <a:endParaRPr b="1" sz="1400">
              <a:latin typeface="Times"/>
              <a:ea typeface="Times"/>
              <a:cs typeface="Times"/>
              <a:sym typeface="Times"/>
            </a:endParaRPr>
          </a:p>
          <a:p>
            <a:pPr indent="0" lvl="0" marL="0" rtl="0" algn="ctr">
              <a:lnSpc>
                <a:spcPct val="100000"/>
              </a:lnSpc>
              <a:spcBef>
                <a:spcPts val="0"/>
              </a:spcBef>
              <a:spcAft>
                <a:spcPts val="0"/>
              </a:spcAft>
              <a:buSzPts val="1200"/>
              <a:buNone/>
            </a:pPr>
            <a:r>
              <a:t/>
            </a:r>
            <a:endParaRPr>
              <a:latin typeface="Times"/>
              <a:ea typeface="Times"/>
              <a:cs typeface="Times"/>
              <a:sym typeface="Times"/>
            </a:endParaRPr>
          </a:p>
        </p:txBody>
      </p:sp>
      <p:sp>
        <p:nvSpPr>
          <p:cNvPr id="520" name="Google Shape;520;p20"/>
          <p:cNvSpPr txBox="1"/>
          <p:nvPr>
            <p:ph type="ctrTitle"/>
          </p:nvPr>
        </p:nvSpPr>
        <p:spPr>
          <a:xfrm>
            <a:off x="1418825" y="1348550"/>
            <a:ext cx="6092100" cy="10563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5500">
                <a:latin typeface="Times"/>
                <a:ea typeface="Times"/>
                <a:cs typeface="Times"/>
                <a:sym typeface="Times"/>
              </a:rPr>
              <a:t>Thanks for watching</a:t>
            </a:r>
            <a:endParaRPr sz="5500">
              <a:latin typeface="Times"/>
              <a:ea typeface="Times"/>
              <a:cs typeface="Times"/>
              <a:sym typeface="Time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5G Wireless Technology Campaign by Slidesgo">
  <a:themeElements>
    <a:clrScheme name="Simple Light">
      <a:dk1>
        <a:srgbClr val="F1FFFD"/>
      </a:dk1>
      <a:lt1>
        <a:srgbClr val="1A1919"/>
      </a:lt1>
      <a:dk2>
        <a:srgbClr val="FC86E1"/>
      </a:dk2>
      <a:lt2>
        <a:srgbClr val="C26AF4"/>
      </a:lt2>
      <a:accent1>
        <a:srgbClr val="825DA9"/>
      </a:accent1>
      <a:accent2>
        <a:srgbClr val="8CC1D4"/>
      </a:accent2>
      <a:accent3>
        <a:srgbClr val="2186E1"/>
      </a:accent3>
      <a:accent4>
        <a:srgbClr val="FFAF94"/>
      </a:accent4>
      <a:accent5>
        <a:srgbClr val="E9E9C8"/>
      </a:accent5>
      <a:accent6>
        <a:srgbClr val="FFFFFF"/>
      </a:accent6>
      <a:hlink>
        <a:srgbClr val="F1FFF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